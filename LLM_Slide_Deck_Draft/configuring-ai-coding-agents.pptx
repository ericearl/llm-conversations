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2194560"/>
            <a:ext cx="109728" cy="2286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2194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INSTRUCTIONAL DECK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71600" y="26060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AI Coding Agents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371600" y="3931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walkthrough — from llms.txt to team registries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71600" y="5760720"/>
            <a:ext cx="1033272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5760720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llms.txt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42032" y="5760720"/>
            <a:ext cx="1133856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576072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13048" y="5760720"/>
            <a:ext cx="832104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13048" y="5760720"/>
            <a:ext cx="83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82312" y="5760720"/>
            <a:ext cx="73152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57607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50992" y="5760720"/>
            <a:ext cx="932688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50992" y="5760720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Syllago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20840" y="5760720"/>
            <a:ext cx="1435608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5760720"/>
            <a:ext cx="143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Docs-as-Code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93608" y="5760720"/>
            <a:ext cx="1335024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93608" y="576072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 Guide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fit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feeds the next. Docs become the context that agents read; configuration shapes how they act; tooling makes it portable.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9202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331720"/>
            <a:ext cx="192024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560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llms.txt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9900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discoverability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96896" y="2880360"/>
            <a:ext cx="24688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80360" y="2331720"/>
            <a:ext cx="19202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2331720"/>
            <a:ext cx="192024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2560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71800" y="29900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rules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37176" y="2880360"/>
            <a:ext cx="24688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20640" y="2331720"/>
            <a:ext cx="19202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0640" y="2331720"/>
            <a:ext cx="192024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2560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12080" y="29900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expertise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77456" y="2880360"/>
            <a:ext cx="24688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60920" y="2331720"/>
            <a:ext cx="19202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60920" y="2331720"/>
            <a:ext cx="192024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2560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52360" y="29900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gates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317736" y="2880360"/>
            <a:ext cx="24688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601200" y="2331720"/>
            <a:ext cx="19202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0" y="2331720"/>
            <a:ext cx="192024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0" y="2560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Syllago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92640" y="29900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config, every tool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19659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&amp; DEPLOY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4069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UNDERNEATH — THE DISCIPLINE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063240" y="4434840"/>
            <a:ext cx="2743200" cy="914400"/>
          </a:xfrm>
          <a:prstGeom prst="rect">
            <a:avLst/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63240" y="4434840"/>
            <a:ext cx="27432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54680" y="45994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Docs-as-Code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154680" y="49651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55080" y="4434840"/>
            <a:ext cx="2743200" cy="914400"/>
          </a:xfrm>
          <a:prstGeom prst="rect">
            <a:avLst/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55080" y="4434840"/>
            <a:ext cx="27432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45994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Guide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46520" y="49651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rulebook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1–5 are the operational stack. Topics 6 and 7 are the practices that keep them maintainable.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llms.txt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MAKE YOUR DOCS LLM-READABLE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257800" cy="42062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74520"/>
            <a:ext cx="91440" cy="4206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488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hit your site and find a wall of HTML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373075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3611880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Nav, ads, scripts, and chrome eat the context window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169664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4050792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JS-rendered content may not load at all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4608576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4489704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docs get buried under marketing pages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5047488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4928616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 about what's authoritative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55080" y="1874520"/>
            <a:ext cx="5257800" cy="420624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1874520"/>
            <a:ext cx="91440" cy="4206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21488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25146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 index at /llms.txt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629400" y="373075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85432" y="3611880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markdown — no special parser needed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29400" y="4169664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85432" y="4050792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at the site root, like robots.txt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29400" y="4608576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85432" y="4489704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links to your real, clean docs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629400" y="5047488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85432" y="4928616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llms-full.txt inlines everything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an llms.txt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LLMS.TXT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76656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73152" cy="4754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0" y="18013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/llms.txt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920240"/>
            <a:ext cx="6309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FastAPI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FastAPI is a modern, fast web framework for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building APIs with Python.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on standards like OpenAPI and JSON Schema.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Docs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[Tutorial](https://fastapi.tiangolo.com/tutorial/): start here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[API reference](https://fastapi.tiangolo.com/reference/): full surface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Examples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[Full-stack template](https://github.com/.../template)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Optional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[Advanced guide](https://fastapi.tiangolo.com/advanced/)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80960" y="1783080"/>
            <a:ext cx="1463040" cy="2743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0" y="1783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80960" y="21031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name. Required — this is the only mandatory field.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80960" y="2697480"/>
            <a:ext cx="1463040" cy="2743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blockquote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80960" y="30175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summary. Keep it to a sentence or two.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80960" y="3611880"/>
            <a:ext cx="1463040" cy="2743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0" y="3611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H2 sections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680960" y="39319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related links. Section names are flexible.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80960" y="4526280"/>
            <a:ext cx="1463040" cy="2743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0" y="4526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Optional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680960" y="48463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reserved name. Tools can skip this when context is tight.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80960" y="5440680"/>
            <a:ext cx="1463040" cy="2743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0" y="5440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 format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680960" y="57607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[Title](url): description — description is optional.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an llms.txt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LLMS.TXT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81051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file in markdown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176272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structure on the previous slide. Keep it under a page if you can — agents skim, they don't deep-read.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09067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it at https://yourdomain.com/llms.txt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3456432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root, alongside robots.txt and sitemap.xml. No special MIME type required.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3891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437083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clean markdown when possible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4736592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tools also fetch the linked docs. A .md mirror of each page (e.g., /docs/intro.md) is friendlier than rendered HTML.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6692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669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565099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add /llms-full.txt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88720" y="6016752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structure, but with all linked content inlined. Useful for tools that want a single fetch.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0" y="1828800"/>
            <a:ext cx="4389120" cy="475488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0" y="1828800"/>
            <a:ext cx="438912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8952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hint, not a contract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589520" y="288036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standards body enforces /llms.txt. But the major AI coding tools are starting to read it, and the cost to publish is one file.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89520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589520" y="4572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https://yourdomain.com/llms.txt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589520" y="507492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ask Claude / Cursor / your editor to summarize the project using just that URL. If it can, you're done.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 README FOR YOUR AGENT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markdown file at your repo root that tells the agent your project's conventions — the way you'd onboard a new teammate.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convention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95935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84048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by Cursor, Aider, Claude Code, and others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37083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425196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 syntax — just markdown a human can read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78231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46634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version control next to your code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187452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IN IT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2286000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2286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83880" y="22860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install, dev server, env vars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2926080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9672" y="2926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83880" y="29260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commands the agent should run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55080" y="3566160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9672" y="3566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style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83880" y="35661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language, formatter, lint rules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55080" y="4206240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9672" y="4206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83880" y="42062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names, commit format, PRs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55080" y="4846320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9672" y="4846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183880" y="48463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find things; why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55080" y="5486400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9672" y="5486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183880" y="5486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or actions the agent must avoid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AGENTS.md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AGENTS.MD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7680960" cy="4663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83080"/>
            <a:ext cx="73152" cy="4663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0" y="18928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7223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Agents Guide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Setup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Install: `pnpm install`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Dev server: `pnpm dev`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Testing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Run all tests: `pnpm test`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Run one: `pnpm test -- path/to/file`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Always run tests before opening a PR.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Code style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TypeScript strict mode is on. Don't disable it.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Prefer named exports; default exports only for pages.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Conventions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Commit format: `type(scope): subject`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Branch naming: `feature/&lt;short-name&gt;`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Don't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Don't edit files in `vendor/` or `dist/`.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Don't add new dependencies without raising it first.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LIKE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503920" y="2103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hire's first day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0392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section answers one question: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03920" y="3200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How do I get this running?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03920" y="3703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How do I know I didn't break it?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03920" y="4206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What style do you write in?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03920" y="4709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How do you ship changes?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03920" y="5212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What should I not touch?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one your agent will actually follow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AGENTS.MD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03520" cy="1874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73152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574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920240" y="2103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920240" y="260604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"Run `pnpm test`" beats "make sure tests pass." Agents follow commands better than goals.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828800"/>
            <a:ext cx="5303520" cy="1874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828800"/>
            <a:ext cx="73152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0574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7680960" y="2103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boring stuff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80960" y="260604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naming, commit format, the files no one should touch — exactly what a new hire asks about.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5303520" cy="1874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069080"/>
            <a:ext cx="73152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97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1920240" y="4343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it as living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920240" y="48463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it when conventions change. A stale AGENTS.md is worse than none — it actively misleads.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4069080"/>
            <a:ext cx="5303520" cy="18745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4069080"/>
            <a:ext cx="73152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4297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7680960" y="4343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short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680960" y="484632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have context limits. Long files get truncated or skimmed. Aim for one screen, not five.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REUSABLE AGENT CAPABILITIES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SKILL?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5257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self-contained, reusable capability. A folder with instructions, examples, and optional scripts, loaded by the agent on demand.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09651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97764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 packaged for reuse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4515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452628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specialist the agent calls in when the task fits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19379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507492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"can do anything" and "knows how to do this well"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187452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VS RULES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286000"/>
          <a:ext cx="5257800" cy="3200400"/>
        </p:xfrm>
        <a:graphic>
          <a:graphicData uri="http://schemas.openxmlformats.org/drawingml/2006/table">
            <a:tbl>
              <a:tblPr/>
              <a:tblGrid>
                <a:gridCol w="1463040"/>
                <a:gridCol w="2103120"/>
                <a:gridCol w="21031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(AGENTS.md)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Project-wide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Task-scoped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loaded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Triggered by 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.md 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Folder + SKILL.md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Specialized capabilities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Skill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SKILLS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LAYOUT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029200" cy="2194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94560"/>
            <a:ext cx="73152" cy="2194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23042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42316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fill-pdf-forms/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SKILL.md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example-filled.pdf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fill_form.py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reference/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field-types.md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57200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folder is the skill. SKILL.md is the entry point. Any sibling file is fair game — scripts, templates, reference docs, sample inputs.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0" y="17830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2194560"/>
            <a:ext cx="5760720" cy="4023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2194560"/>
            <a:ext cx="73152" cy="4023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0" y="23042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2423160"/>
            <a:ext cx="5303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fill-pdf-forms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Use when the user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wants to fill in a PDF form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using existing field values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 a CSV input.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Fill PDF Forms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When to use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User uploads a PDF form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User provides field values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How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Inspect fields: `fill_form.py inspect`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Fill with provided values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Save to outputs/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Skill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SKILLS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81051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narrow capability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176272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"Fill PDF forms" — not "do documents." A skill is sharper than a category. Narrow scope means the agent picks it confidently.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09067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description as a trigger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3456432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"Use when…" — this is what the agent matches against. List concrete situations, not abstract themes.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3891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437083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do / don't examples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88720" y="4736592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shape, don't just describe it. Examples reduce ambiguity faster than any amount of prose.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6692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669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565099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88720" y="6016752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the agent a real task that should trigger the skill. If it doesn't load, your description isn't specific enough.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0" y="1828800"/>
            <a:ext cx="4389120" cy="47548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0" y="1828800"/>
            <a:ext cx="438912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89520" y="2286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kitchen-sink skill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589520" y="28346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"general-utilities" with description: "Use for various helpful tasks."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89520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fails: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589520" y="427939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45552" y="4160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can't tell when to load it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589520" y="473659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45552" y="4617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broad to write good examples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589520" y="519379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45552" y="5074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a dumping ground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589520" y="5852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it into three sharp skills instead.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LIFECYCLE EVENTS FOR AGENTS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HOOKS?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5257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 runs at specific points in an agent session — before a tool is called, after a message arrives, when the agent stops.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give you control without modifying the agent. The agent is the engine; hooks are the wiring around it.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34340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87375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475488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executable: shell, Python, Node, Go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257800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5138928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passes JSON on stdin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641848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5522976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can return JSON to control flow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6025896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5907024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codes signal allow / block / warn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187452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55080" y="2331720"/>
            <a:ext cx="5257800" cy="6858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2331720"/>
            <a:ext cx="54864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240487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before run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37960" y="266090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dangerous commands like `rm -rf` or unauthorized writes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55080" y="3108960"/>
            <a:ext cx="5257800" cy="6858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3108960"/>
            <a:ext cx="54864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318211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37960" y="343814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tool invocation to a central log for review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55080" y="3886200"/>
            <a:ext cx="5257800" cy="6858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3886200"/>
            <a:ext cx="54864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395935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context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37960" y="421538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project-specific info on each user prompt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55080" y="4663440"/>
            <a:ext cx="5257800" cy="6858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55080" y="4663440"/>
            <a:ext cx="54864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473659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Auto-format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37960" y="499262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formatter after every file edit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55080" y="5440680"/>
            <a:ext cx="5257800" cy="6858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55080" y="5440680"/>
            <a:ext cx="54864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551383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537960" y="576986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Slack when the agent finishes a long task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hooks fire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HOOKS (CLAUDE CODE EXAMPLE)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743200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73152" cy="56692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8288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UserPromptSubmit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20440" y="18288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just sent a message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0" y="18288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context, validate prompt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20440" y="2423160"/>
            <a:ext cx="81381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450592"/>
            <a:ext cx="2743200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450592"/>
            <a:ext cx="73152" cy="56692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45059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PreToolUse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245059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is about to call a tool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98080" y="245059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args; allow, warn, or block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20440" y="3044952"/>
            <a:ext cx="81381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072384"/>
            <a:ext cx="2743200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072384"/>
            <a:ext cx="73152" cy="56692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07238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PostToolUse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20440" y="307238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just returned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8080" y="307238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Format, lint, log, notify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520440" y="3666744"/>
            <a:ext cx="81381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694176"/>
            <a:ext cx="2743200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694176"/>
            <a:ext cx="73152" cy="56692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369417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20440" y="369417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notification fires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98080" y="369417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to Slack, desktop, email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520440" y="4288536"/>
            <a:ext cx="81381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315968"/>
            <a:ext cx="2743200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315968"/>
            <a:ext cx="73152" cy="56692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431596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520440" y="431596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finished its turn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498080" y="431596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Summarize, run final checks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520440" y="4910328"/>
            <a:ext cx="81381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4937760"/>
            <a:ext cx="2743200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4937760"/>
            <a:ext cx="73152" cy="56692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" y="49377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SubagentStop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520440" y="493776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subagent finished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498080" y="49377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results, persist artifacts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520440" y="5532120"/>
            <a:ext cx="813816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" y="5559552"/>
            <a:ext cx="2743200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8640" y="5559552"/>
            <a:ext cx="73152" cy="56692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3232" y="555955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PreCompact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520440" y="555955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about to be compacted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498080" y="555955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state, snapshot conversation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864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520440" y="1508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WHEN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49808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Registering a hook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HOOKS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858000" cy="46634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83080"/>
            <a:ext cx="73152" cy="4663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18928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~/.claude/settings.json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6400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"hooks":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"PreToolUse": [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"matcher": "Bash",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"hooks": [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"type": "command",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"command": "$HOME/.claude/hooks/check-bash.sh"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FOUR-STEP WORKFLOW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0" y="219456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194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script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21040" y="2514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executable: shell, Python, Node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0" y="320040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21040" y="3200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executable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21040" y="35204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chmod +x your-hook.sh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0" y="420624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21040" y="4206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in settings.json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21040" y="45262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by tool name or pattern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0" y="521208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5212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21040" y="5212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the agent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21040" y="55321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load at session start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Syllago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ONE CONFIG, EVERY TOOL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257800" cy="43891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74520"/>
            <a:ext cx="91440" cy="4389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488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speaks its own format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 skill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7180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 rule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114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 rule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7180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Windsurf rule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617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Windsurf rule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7180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83280" y="4617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Kiro steering file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53492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the same rule in five places? Not for long.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1874520"/>
            <a:ext cx="5257800" cy="438912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1874520"/>
            <a:ext cx="91440" cy="4389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21488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29400" y="25146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once, deploy everywhere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629400" y="373075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85432" y="36118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rules, skills, hooks, and MCP configs once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29400" y="423367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85432" y="411480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Syllago translates to each provider's native format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629400" y="473659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85432" y="461772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registries publish org standards via git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629400" y="523951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85432" y="51206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Loadouts bundle configs as apply-as-a-unit kits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629400" y="574243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85432" y="562356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gate stops accidental public leaks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moves you'll actually use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SYLLAGO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83080"/>
            <a:ext cx="54864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11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828800" y="2057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2651760"/>
            <a:ext cx="493776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651760"/>
            <a:ext cx="54864" cy="50292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6517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syllago init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Syllago into your project. Sets up the local config and registry references.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1783080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783080"/>
            <a:ext cx="54864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2011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680960" y="2057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existing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675120" y="2651760"/>
            <a:ext cx="493776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0" y="2651760"/>
            <a:ext cx="54864" cy="50292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26517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syllago add rules --from claude-code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32918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rules you've already written for one provider — keep what you have, don't restart.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251960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251960"/>
            <a:ext cx="54864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480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828800" y="4526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Cross-install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22960" y="5120640"/>
            <a:ext cx="493776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5120640"/>
            <a:ext cx="54864" cy="50292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51206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syllago install my-rule --to cursor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57607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rule to a different provider. Format conversion runs automatically.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0" y="4251960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4251960"/>
            <a:ext cx="54864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4480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680960" y="4526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team standards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675120" y="5120640"/>
            <a:ext cx="493776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75120" y="5120640"/>
            <a:ext cx="54864" cy="50292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12280" y="51206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syllago registry sync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675120" y="57607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from your team's git-backed registry. Everyone gets the same source of truth.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Loadouts: configs as a unit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SYLLAGO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BUNDLED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Loadout packs rules, skills, agents, hooks, and MCP configs into a single apply-as-a-unit kit. Apply for one task; revert cleanly when done.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54864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747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48640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0233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548640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5720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54864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1206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669280"/>
            <a:ext cx="5486400" cy="5029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6692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configs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429000"/>
            <a:ext cx="5669280" cy="2788920"/>
          </a:xfrm>
          <a:prstGeom prst="rect">
            <a:avLst/>
          </a:prstGeom>
          <a:ln w="25400">
            <a:solidFill>
              <a:srgbClr val="1F2937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57200" y="63093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LOADOUT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1783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CONTEXTS INSTANTLY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2194560"/>
            <a:ext cx="5303520" cy="86868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2194560"/>
            <a:ext cx="73152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2286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 stack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2606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conventions, type hints, notebook hooks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3154680"/>
            <a:ext cx="5303520" cy="86868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154680"/>
            <a:ext cx="73152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3246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review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83680" y="3566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rules, a11y checks, design-token skill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4114800"/>
            <a:ext cx="5303520" cy="86868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4114800"/>
            <a:ext cx="73152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4206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83680" y="45262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gate hooks, threat-model skill, audit prompts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0" y="5074920"/>
            <a:ext cx="5303520" cy="86868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5074920"/>
            <a:ext cx="73152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5166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583680" y="5486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MCP, plotting skills, no write hooks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Docs-as-Code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THE DISCIPLINE UNDERNEATH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DOCS LIKE CODE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workflow your team already runs for source — applied to documentation.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154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06040" y="31546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Markdown, RST, or similar — readable in any editor, diffable in any tool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8404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06040" y="38404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live in the repo with the code they describe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526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06040" y="45262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changes go through PRs; reviewers catch errors before merge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212080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2120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06040" y="52120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Builds, link checks, lint, deploys — same pipeline as code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897880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8978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606040" y="58978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examples actually run; verify links resolve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187452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55080" y="2331720"/>
            <a:ext cx="25374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6355080" y="3108960"/>
            <a:ext cx="25374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you use for code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83980" y="2331720"/>
            <a:ext cx="25374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8983980" y="3108960"/>
            <a:ext cx="25374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every doc change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55080" y="4343400"/>
            <a:ext cx="25374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6355080" y="5120640"/>
            <a:ext cx="25374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reaching readers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983980" y="4343400"/>
            <a:ext cx="25374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8983980" y="5120640"/>
            <a:ext cx="25374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/ publish / check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 in this deck is already code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DOCS-AS-CODE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88720" y="1938528"/>
            <a:ext cx="32004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19385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llms.txt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1874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at your site root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532888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188720" y="2596896"/>
            <a:ext cx="32004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259689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253288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at your repo root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191256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188720" y="3255264"/>
            <a:ext cx="32004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325526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SKILL.md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63440" y="3191256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with YAML frontmatter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849624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188720" y="3913632"/>
            <a:ext cx="32004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0160" y="39136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settings.json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63440" y="3849624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config file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4507992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507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188720" y="4572000"/>
            <a:ext cx="32004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0160" y="4572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Syllago configs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63440" y="450799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Git-backed, registry-published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8640" y="51663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1188720" y="5230368"/>
            <a:ext cx="32004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80160" y="52303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 guide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663440" y="5166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markdown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5852160"/>
            <a:ext cx="109728" cy="64008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58521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Docs-as-Code isn't a separate practice. It's the discipline that makes everything else sustainable.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Guides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RULES FOR THE RULE-WRITERS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HAVE ONE?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helps humans skim and agents parse. A style guide ends the small arguments before they start.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41071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329184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"what tense?" friction in PRs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1363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79476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voice uniform as contributors come and go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41655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42976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structure helps LLMs locate info faster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91947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48006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time editing, more time writing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187452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REFERENCE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55080" y="2331720"/>
            <a:ext cx="5257800" cy="4023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2331720"/>
            <a:ext cx="109728" cy="4023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251460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developer documentation style guide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629400" y="34290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Battle-tested across thousands of pages of Google's public docs.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29400" y="40690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use it: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29400" y="459943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85432" y="448056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as-is — it covers most of what you need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29400" y="510235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85432" y="498348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and tune — keep the bones, swap the specifics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29400" y="55778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way, write the choice down. An unwritten style guide isn't one.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principles, distilled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1521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STYLE GUIDE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657600" cy="14173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1732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audience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6060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for one reader profile — beginner, integrator, ops. Pick one.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1783080"/>
            <a:ext cx="3657600" cy="14173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01168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brief but complete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26060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everything that doesn't earn its place. Then check that nothing essential is missing.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321040" y="1783080"/>
            <a:ext cx="3657600" cy="14173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49640" y="201168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496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8972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Show, don't tell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49640" y="26060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example beats three paragraphs of description.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383280"/>
            <a:ext cx="3657600" cy="14173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361188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17320" y="3611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idea per paragraph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206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can't summarize the paragraph in one sentence, split it.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34840" y="3383280"/>
            <a:ext cx="3657600" cy="14173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361188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0" y="3611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for enumerables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63440" y="4206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or more parallel items? Use a list. Prose hides the structure.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321040" y="3383280"/>
            <a:ext cx="3657600" cy="14173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49640" y="361188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4964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89720" y="3611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neutral and inclusive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549640" y="4206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gendered defaults, idioms that don't travel, and "obviously."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983480"/>
            <a:ext cx="3657600" cy="14173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521208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417320" y="5212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ruthlessly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77240" y="5806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drafts are 30% too long. Always.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fits together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0698480" cy="1143000"/>
          </a:xfrm>
          <a:prstGeom prst="rect">
            <a:avLst/>
          </a:prstGeom>
          <a:solidFill>
            <a:srgbClr val="111827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94560"/>
            <a:ext cx="137160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2651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Discoverability &amp; portability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0" y="2560320"/>
            <a:ext cx="1316736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256032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llms.txt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031736" y="2560320"/>
            <a:ext cx="1197864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31736" y="2560320"/>
            <a:ext cx="119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Syllago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10698480" cy="1143000"/>
          </a:xfrm>
          <a:prstGeom prst="rect">
            <a:avLst/>
          </a:prstGeom>
          <a:solidFill>
            <a:srgbClr val="111827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474720"/>
            <a:ext cx="137160" cy="1143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3931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0" y="3840480"/>
            <a:ext cx="1435608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3840480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50608" y="3840480"/>
            <a:ext cx="1078992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50608" y="384048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58200" y="3840480"/>
            <a:ext cx="960120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384048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" y="4754880"/>
            <a:ext cx="10698480" cy="11430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754880"/>
            <a:ext cx="137160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4937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5212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486400" y="5120640"/>
            <a:ext cx="1792224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512064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Docs-as-Code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507224" y="5120640"/>
            <a:ext cx="1673352" cy="457200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07224" y="512064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 Guide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1520" y="5989320"/>
            <a:ext cx="1371600" cy="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6172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is documentation. Documentation is code. Code earns review.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Configuring AI Coding Agents</dc:title>
  <dc:subject>PptxGenJS Presentation</dc:subject>
  <dc:creator>—</dc:creator>
  <cp:lastModifiedBy>—</cp:lastModifiedBy>
  <cp:revision>1</cp:revision>
  <dcterms:created xsi:type="dcterms:W3CDTF">2026-05-12T13:40:00Z</dcterms:created>
  <dcterms:modified xsi:type="dcterms:W3CDTF">2026-05-12T13:40:00Z</dcterms:modified>
</cp:coreProperties>
</file>