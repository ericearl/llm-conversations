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94560"/>
            <a:ext cx="109728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INSTRUCTIONAL DECK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AI Coding Agents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— from llms.txt to team registries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0"/>
            <a:ext cx="143560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57607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Docs-as-Code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93608" y="5760720"/>
            <a:ext cx="133502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576072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603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96896" y="31089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25603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5603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37176" y="31089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5603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5603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expertise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77456" y="31089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5603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5603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17736" y="31089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0" y="25603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25603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config, every tool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2194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DEPLOY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3891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— THE DISCIPLINE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3240" y="4754880"/>
            <a:ext cx="274320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475488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4919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54680" y="5285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4754880"/>
            <a:ext cx="274320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75488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919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5285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MAKE YOUR DOCS LLM-READABLE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hit your site and find a wall of HTML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ads, and chrome eat the context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JS-rendered content may not load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about what's authoritative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874520"/>
            <a:ext cx="5257800" cy="4206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874520"/>
            <a:ext cx="91440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index at /llms.txt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— no parser needed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site root, like robots.txt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links to your real docs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73152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/llms.txt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FastAPI is a modern, fast web framework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building APIs with Python.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standards like OpenAPI and JSON Schema.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[Tutorial](https://fastapi.tiangolo.com/tutorial/): start 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[API reference](https://fastapi.tiangolo.com/reference/): full surface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[Full-stack template](https://github.com/.../template)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Optional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[Advanced guide](https://fastapi.tiangolo.com/advanced/)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name. The only required field.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blockquote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summary.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5212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your links. "Optional" can be skipped.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15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50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markdown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042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766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766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518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518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/llms.txt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078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1802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80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322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322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docs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2114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9838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9838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2125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125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/llms-full.txt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ask your editor to summarize the project using just the /llms.txt URL.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README FOR YOUR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at your repo root that tells the agent how this project works.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dev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commands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· formatter · lint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· commits · PRs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2628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things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6676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68096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 Guide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Install: `pnpm install`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 server: `pnpm dev`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all tests: `pnpm test`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one: `pnpm test -- path/to/file`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tests before opening a PR.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style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 is on. Don't disable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named exports; default exports only for pages.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Commit format: `type(scope): subject`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Branch naming: `feature/&lt;short-name&gt;`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edit files in `vendor/` or `dist/`.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add new dependencies without raising it first.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hire's first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answers a question someone joining the project would ask.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your agent will actually follow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beat goals.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boring stuff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names, commit format, what not to touch.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92024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living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when conventions change.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68096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five.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REUSABLE AGENT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instructions and examples the agent loads on demand — task-scoped expertise, not always-on rules.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RULES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154680"/>
          <a:ext cx="9235440" cy="3017520"/>
        </p:xfrm>
        <a:graphic>
          <a:graphicData uri="http://schemas.openxmlformats.org/drawingml/2006/table">
            <a:tbl>
              <a:tblPr/>
              <a:tblGrid>
                <a:gridCol w="2308860"/>
                <a:gridCol w="3463290"/>
                <a:gridCol w="346329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(AGENTS.md)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Task-scoped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.md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+ SKILL.md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capabilities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0292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fill-pdf-forms/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example-filled.pdf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fill_form.py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field-types.md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is the skill. SKILL.md is the entry point.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194560"/>
            <a:ext cx="576072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194560"/>
            <a:ext cx="73152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fill-pdf-forms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when the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wants to fill in a PDF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existing field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 CSV input.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PDF Forms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uploads a PDF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provides field values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Inspect fields: `fill_form.py inspect`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Fill with provided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Save to outputs/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narrow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than a category.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description as a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"Use when…"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187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 / don't examples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55371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shape, don't just describe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2852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6509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 real task.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011680"/>
            <a:ext cx="438912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011680"/>
            <a:ext cx="4389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kitchen-sink skill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"general-utilities" — description: "Use for various helpful tasks."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to trigger reliably. Split into three sharp skills.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LIFECYCLE EVENTS FOR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at specific points in an agent session — the wiring around the engine.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146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run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dangerous commands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2890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178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1178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invocation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0634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0634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922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8922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info on each prompt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8378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378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666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6666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every edit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6122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6122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410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4410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Slack on long tasks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hooks fire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 (CLAUDE CODE EXAMPLE)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01168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sent a message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670048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670048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670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670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about to call a tool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328416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328416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32841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just returned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3986784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3986784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9867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notification fires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71600" y="4645152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645152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645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645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finished its turn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71600" y="530352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530352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5303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SubagentStop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43600" y="53035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finished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5961888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5961888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59618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0" y="596188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to be compacted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hook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85800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"matcher": "Bash",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"hooks":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"command",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"$HOME/.claude/hooks/check-bash.sh"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WORKFLOW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21945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42062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settings.json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tool 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52120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5532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at start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ONE CONFIG, EVERY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389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4389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speaks its own format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skill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 steering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same rule in five places? Not for long.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5257800" cy="43891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74520"/>
            <a:ext cx="91440" cy="4389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deploy everywhere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6118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rules, skills, hooks once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2793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 translates to each provider's format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48280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4709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registries publish standards via git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5376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Loadouts bundle configs as apply-as-a-unit kits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you'll actually use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Syllago into your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add rules --from claude-code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what you already have.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Cross-install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install my-rule --to cursor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 runs automatically.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team standards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7512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registry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truth, via git.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Loadouts: configs as a unit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BUNDLED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4864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8640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4864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80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548640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6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configs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5669280" cy="3474720"/>
          </a:xfrm>
          <a:prstGeom prst="rect">
            <a:avLst/>
          </a:prstGeom>
          <a:ln w="25400">
            <a:solidFill>
              <a:srgbClr val="1F2937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5943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LOADOUT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CONTEXTS INSTANTLY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19456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stack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notebook hooks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15468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15468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a11y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11480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11480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526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gates + threat-model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507492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507492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no writes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DISCIPLINE UNDERNEATH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your team already runs for source — applied to documentation.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3200400"/>
            <a:ext cx="2651760" cy="2103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" y="3200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578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in the repo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14700" y="3200400"/>
            <a:ext cx="2651760" cy="2103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4700" y="3200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0614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every change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5060" y="3200400"/>
            <a:ext cx="2651760" cy="2103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3200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8650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pull requests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75420" y="3200400"/>
            <a:ext cx="2651760" cy="2103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5420" y="32004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686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6686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publish · 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in this deck is already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DOCS-AS-CODE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at your site root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" y="2633472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633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at your repo root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80160" y="3346704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3467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3009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with YAML frontmatter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80160" y="4059936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059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0142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config file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274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280160" y="4773168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4773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configs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47274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Git-backed, registry-published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280160" y="5486400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5486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0" y="5440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markdown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RULES FOR THE RULE-WRITERS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ONE?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helps humans skim and agents parse.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4290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"what tense?" arguments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977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voice uniform across contributors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451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526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structure speeds LLM parsing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REFERENCE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525780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331720"/>
            <a:ext cx="109728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7889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developer documentation style guide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42519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as-is or fork and tune.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5166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unwritten style guide isn't one.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principles, distilled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STYLE GUIDE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audience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33172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brief but complete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33172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5548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4348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for enumerables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434840" y="402336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44348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and inclusive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321040" y="4023360"/>
            <a:ext cx="365760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44348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55480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ruthlessly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13716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&amp; portability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0" y="2560320"/>
            <a:ext cx="1316736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56032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31736" y="2560320"/>
            <a:ext cx="119786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31736" y="25603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13716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0" y="3840480"/>
            <a:ext cx="1435608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84048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50608" y="3840480"/>
            <a:ext cx="107899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38404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3840480"/>
            <a:ext cx="9601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840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754880"/>
            <a:ext cx="13716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0" y="5120640"/>
            <a:ext cx="179222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5120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Docs-as-Code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07224" y="5120640"/>
            <a:ext cx="167335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51206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989320"/>
            <a:ext cx="13716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documentation. Documentation is code. Code earns review.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Configuring AI Coding Agents</dc:title>
  <dc:subject>PptxGenJS Presentation</dc:subject>
  <dc:creator>—</dc:creator>
  <cp:lastModifiedBy>—</cp:lastModifiedBy>
  <cp:revision>1</cp:revision>
  <dcterms:created xsi:type="dcterms:W3CDTF">2026-05-12T16:56:23Z</dcterms:created>
  <dcterms:modified xsi:type="dcterms:W3CDTF">2026-05-12T16:56:23Z</dcterms:modified>
</cp:coreProperties>
</file>