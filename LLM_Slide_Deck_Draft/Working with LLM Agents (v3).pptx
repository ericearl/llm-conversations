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7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4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D63D37-9064-40F1-9E14-AD6610E97334}" v="106" dt="2026-05-18T11:39:00.5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arl, Eric (NIH/NIMH) [C]" userId="e77d70f2-afe0-4c7f-bd46-1ec56f2ecd98" providerId="ADAL" clId="{8C8215B3-EF89-49BF-BF56-348589165EC5}"/>
    <pc:docChg chg="undo redo custSel addSld delSld modSld">
      <pc:chgData name="Earl, Eric (NIH/NIMH) [C]" userId="e77d70f2-afe0-4c7f-bd46-1ec56f2ecd98" providerId="ADAL" clId="{8C8215B3-EF89-49BF-BF56-348589165EC5}" dt="2026-05-18T11:43:18.069" v="2305" actId="6549"/>
      <pc:docMkLst>
        <pc:docMk/>
      </pc:docMkLst>
      <pc:sldChg chg="addSp delSp modSp mod">
        <pc:chgData name="Earl, Eric (NIH/NIMH) [C]" userId="e77d70f2-afe0-4c7f-bd46-1ec56f2ecd98" providerId="ADAL" clId="{8C8215B3-EF89-49BF-BF56-348589165EC5}" dt="2026-05-18T11:43:18.069" v="2305" actId="6549"/>
        <pc:sldMkLst>
          <pc:docMk/>
          <pc:sldMk cId="0" sldId="256"/>
        </pc:sldMkLst>
        <pc:spChg chg="mod">
          <ac:chgData name="Earl, Eric (NIH/NIMH) [C]" userId="e77d70f2-afe0-4c7f-bd46-1ec56f2ecd98" providerId="ADAL" clId="{8C8215B3-EF89-49BF-BF56-348589165EC5}" dt="2026-05-18T11:43:18.069" v="2305" actId="6549"/>
          <ac:spMkLst>
            <pc:docMk/>
            <pc:sldMk cId="0" sldId="256"/>
            <ac:spMk id="3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7T16:18:06.110" v="1959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7T14:59:29.878" v="801" actId="20577"/>
          <ac:spMkLst>
            <pc:docMk/>
            <pc:sldMk cId="0" sldId="256"/>
            <ac:spMk id="5" creationId="{00000000-0000-0000-0000-000000000000}"/>
          </ac:spMkLst>
        </pc:spChg>
        <pc:spChg chg="del">
          <ac:chgData name="Earl, Eric (NIH/NIMH) [C]" userId="e77d70f2-afe0-4c7f-bd46-1ec56f2ecd98" providerId="ADAL" clId="{8C8215B3-EF89-49BF-BF56-348589165EC5}" dt="2026-05-18T11:39:16.126" v="2224" actId="478"/>
          <ac:spMkLst>
            <pc:docMk/>
            <pc:sldMk cId="0" sldId="256"/>
            <ac:spMk id="16" creationId="{00000000-0000-0000-0000-000000000000}"/>
          </ac:spMkLst>
        </pc:spChg>
        <pc:spChg chg="del">
          <ac:chgData name="Earl, Eric (NIH/NIMH) [C]" userId="e77d70f2-afe0-4c7f-bd46-1ec56f2ecd98" providerId="ADAL" clId="{8C8215B3-EF89-49BF-BF56-348589165EC5}" dt="2026-05-18T11:39:16.126" v="2224" actId="478"/>
          <ac:spMkLst>
            <pc:docMk/>
            <pc:sldMk cId="0" sldId="256"/>
            <ac:spMk id="17" creationId="{00000000-0000-0000-0000-000000000000}"/>
          </ac:spMkLst>
        </pc:spChg>
        <pc:spChg chg="del">
          <ac:chgData name="Earl, Eric (NIH/NIMH) [C]" userId="e77d70f2-afe0-4c7f-bd46-1ec56f2ecd98" providerId="ADAL" clId="{8C8215B3-EF89-49BF-BF56-348589165EC5}" dt="2026-05-18T11:39:16.126" v="2224" actId="478"/>
          <ac:spMkLst>
            <pc:docMk/>
            <pc:sldMk cId="0" sldId="256"/>
            <ac:spMk id="18" creationId="{00000000-0000-0000-0000-000000000000}"/>
          </ac:spMkLst>
        </pc:spChg>
        <pc:spChg chg="del">
          <ac:chgData name="Earl, Eric (NIH/NIMH) [C]" userId="e77d70f2-afe0-4c7f-bd46-1ec56f2ecd98" providerId="ADAL" clId="{8C8215B3-EF89-49BF-BF56-348589165EC5}" dt="2026-05-18T11:39:16.126" v="2224" actId="478"/>
          <ac:spMkLst>
            <pc:docMk/>
            <pc:sldMk cId="0" sldId="256"/>
            <ac:spMk id="19" creationId="{00000000-0000-0000-0000-000000000000}"/>
          </ac:spMkLst>
        </pc:spChg>
        <pc:spChg chg="add mod">
          <ac:chgData name="Earl, Eric (NIH/NIMH) [C]" userId="e77d70f2-afe0-4c7f-bd46-1ec56f2ecd98" providerId="ADAL" clId="{8C8215B3-EF89-49BF-BF56-348589165EC5}" dt="2026-05-18T11:39:08.116" v="2223" actId="20577"/>
          <ac:spMkLst>
            <pc:docMk/>
            <pc:sldMk cId="0" sldId="256"/>
            <ac:spMk id="20" creationId="{BBF167A3-3ABA-CE22-1369-B3218D350622}"/>
          </ac:spMkLst>
        </pc:spChg>
      </pc:sldChg>
      <pc:sldChg chg="addSp delSp modSp mod">
        <pc:chgData name="Earl, Eric (NIH/NIMH) [C]" userId="e77d70f2-afe0-4c7f-bd46-1ec56f2ecd98" providerId="ADAL" clId="{8C8215B3-EF89-49BF-BF56-348589165EC5}" dt="2026-05-18T11:39:36.603" v="2226" actId="20577"/>
        <pc:sldMkLst>
          <pc:docMk/>
          <pc:sldMk cId="0" sldId="257"/>
        </pc:sldMkLst>
        <pc:spChg chg="add del">
          <ac:chgData name="Earl, Eric (NIH/NIMH) [C]" userId="e77d70f2-afe0-4c7f-bd46-1ec56f2ecd98" providerId="ADAL" clId="{8C8215B3-EF89-49BF-BF56-348589165EC5}" dt="2026-05-17T14:49:27.384" v="442" actId="478"/>
          <ac:spMkLst>
            <pc:docMk/>
            <pc:sldMk cId="0" sldId="257"/>
            <ac:spMk id="2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7T14:53:11.084" v="549" actId="20577"/>
          <ac:spMkLst>
            <pc:docMk/>
            <pc:sldMk cId="0" sldId="257"/>
            <ac:spMk id="3" creationId="{00000000-0000-0000-0000-000000000000}"/>
          </ac:spMkLst>
        </pc:spChg>
        <pc:spChg chg="del">
          <ac:chgData name="Earl, Eric (NIH/NIMH) [C]" userId="e77d70f2-afe0-4c7f-bd46-1ec56f2ecd98" providerId="ADAL" clId="{8C8215B3-EF89-49BF-BF56-348589165EC5}" dt="2026-05-17T14:50:27.084" v="445" actId="478"/>
          <ac:spMkLst>
            <pc:docMk/>
            <pc:sldMk cId="0" sldId="257"/>
            <ac:spMk id="5" creationId="{00000000-0000-0000-0000-000000000000}"/>
          </ac:spMkLst>
        </pc:spChg>
        <pc:spChg chg="add">
          <ac:chgData name="Earl, Eric (NIH/NIMH) [C]" userId="e77d70f2-afe0-4c7f-bd46-1ec56f2ecd98" providerId="ADAL" clId="{8C8215B3-EF89-49BF-BF56-348589165EC5}" dt="2026-05-17T14:50:25.172" v="444" actId="478"/>
          <ac:spMkLst>
            <pc:docMk/>
            <pc:sldMk cId="0" sldId="257"/>
            <ac:spMk id="6" creationId="{00000000-0000-0000-0000-000000000000}"/>
          </ac:spMkLst>
        </pc:spChg>
        <pc:spChg chg="del">
          <ac:chgData name="Earl, Eric (NIH/NIMH) [C]" userId="e77d70f2-afe0-4c7f-bd46-1ec56f2ecd98" providerId="ADAL" clId="{8C8215B3-EF89-49BF-BF56-348589165EC5}" dt="2026-05-17T14:50:27.084" v="445" actId="478"/>
          <ac:spMkLst>
            <pc:docMk/>
            <pc:sldMk cId="0" sldId="257"/>
            <ac:spMk id="8" creationId="{00000000-0000-0000-0000-000000000000}"/>
          </ac:spMkLst>
        </pc:spChg>
        <pc:spChg chg="add">
          <ac:chgData name="Earl, Eric (NIH/NIMH) [C]" userId="e77d70f2-afe0-4c7f-bd46-1ec56f2ecd98" providerId="ADAL" clId="{8C8215B3-EF89-49BF-BF56-348589165EC5}" dt="2026-05-17T14:50:25.172" v="444" actId="478"/>
          <ac:spMkLst>
            <pc:docMk/>
            <pc:sldMk cId="0" sldId="257"/>
            <ac:spMk id="9" creationId="{00000000-0000-0000-0000-000000000000}"/>
          </ac:spMkLst>
        </pc:spChg>
        <pc:spChg chg="add">
          <ac:chgData name="Earl, Eric (NIH/NIMH) [C]" userId="e77d70f2-afe0-4c7f-bd46-1ec56f2ecd98" providerId="ADAL" clId="{8C8215B3-EF89-49BF-BF56-348589165EC5}" dt="2026-05-17T14:50:25.172" v="444" actId="478"/>
          <ac:spMkLst>
            <pc:docMk/>
            <pc:sldMk cId="0" sldId="257"/>
            <ac:spMk id="14" creationId="{00000000-0000-0000-0000-000000000000}"/>
          </ac:spMkLst>
        </pc:spChg>
        <pc:spChg chg="add">
          <ac:chgData name="Earl, Eric (NIH/NIMH) [C]" userId="e77d70f2-afe0-4c7f-bd46-1ec56f2ecd98" providerId="ADAL" clId="{8C8215B3-EF89-49BF-BF56-348589165EC5}" dt="2026-05-17T14:50:25.172" v="444" actId="478"/>
          <ac:spMkLst>
            <pc:docMk/>
            <pc:sldMk cId="0" sldId="257"/>
            <ac:spMk id="15" creationId="{00000000-0000-0000-0000-000000000000}"/>
          </ac:spMkLst>
        </pc:spChg>
        <pc:spChg chg="add del">
          <ac:chgData name="Earl, Eric (NIH/NIMH) [C]" userId="e77d70f2-afe0-4c7f-bd46-1ec56f2ecd98" providerId="ADAL" clId="{8C8215B3-EF89-49BF-BF56-348589165EC5}" dt="2026-05-17T14:50:27.084" v="445" actId="478"/>
          <ac:spMkLst>
            <pc:docMk/>
            <pc:sldMk cId="0" sldId="257"/>
            <ac:spMk id="17" creationId="{00000000-0000-0000-0000-000000000000}"/>
          </ac:spMkLst>
        </pc:spChg>
        <pc:spChg chg="add">
          <ac:chgData name="Earl, Eric (NIH/NIMH) [C]" userId="e77d70f2-afe0-4c7f-bd46-1ec56f2ecd98" providerId="ADAL" clId="{8C8215B3-EF89-49BF-BF56-348589165EC5}" dt="2026-05-17T14:50:25.172" v="444" actId="478"/>
          <ac:spMkLst>
            <pc:docMk/>
            <pc:sldMk cId="0" sldId="257"/>
            <ac:spMk id="25" creationId="{00000000-0000-0000-0000-000000000000}"/>
          </ac:spMkLst>
        </pc:spChg>
        <pc:spChg chg="del">
          <ac:chgData name="Earl, Eric (NIH/NIMH) [C]" userId="e77d70f2-afe0-4c7f-bd46-1ec56f2ecd98" providerId="ADAL" clId="{8C8215B3-EF89-49BF-BF56-348589165EC5}" dt="2026-05-17T14:50:27.084" v="445" actId="478"/>
          <ac:spMkLst>
            <pc:docMk/>
            <pc:sldMk cId="0" sldId="257"/>
            <ac:spMk id="27" creationId="{00000000-0000-0000-0000-000000000000}"/>
          </ac:spMkLst>
        </pc:spChg>
        <pc:spChg chg="add">
          <ac:chgData name="Earl, Eric (NIH/NIMH) [C]" userId="e77d70f2-afe0-4c7f-bd46-1ec56f2ecd98" providerId="ADAL" clId="{8C8215B3-EF89-49BF-BF56-348589165EC5}" dt="2026-05-17T14:50:25.172" v="444" actId="478"/>
          <ac:spMkLst>
            <pc:docMk/>
            <pc:sldMk cId="0" sldId="257"/>
            <ac:spMk id="28" creationId="{00000000-0000-0000-0000-000000000000}"/>
          </ac:spMkLst>
        </pc:spChg>
        <pc:spChg chg="del">
          <ac:chgData name="Earl, Eric (NIH/NIMH) [C]" userId="e77d70f2-afe0-4c7f-bd46-1ec56f2ecd98" providerId="ADAL" clId="{8C8215B3-EF89-49BF-BF56-348589165EC5}" dt="2026-05-17T14:50:27.084" v="445" actId="478"/>
          <ac:spMkLst>
            <pc:docMk/>
            <pc:sldMk cId="0" sldId="257"/>
            <ac:spMk id="29" creationId="{00000000-0000-0000-0000-000000000000}"/>
          </ac:spMkLst>
        </pc:spChg>
        <pc:spChg chg="add del">
          <ac:chgData name="Earl, Eric (NIH/NIMH) [C]" userId="e77d70f2-afe0-4c7f-bd46-1ec56f2ecd98" providerId="ADAL" clId="{8C8215B3-EF89-49BF-BF56-348589165EC5}" dt="2026-05-17T14:50:27.084" v="445" actId="478"/>
          <ac:spMkLst>
            <pc:docMk/>
            <pc:sldMk cId="0" sldId="257"/>
            <ac:spMk id="30" creationId="{00000000-0000-0000-0000-000000000000}"/>
          </ac:spMkLst>
        </pc:spChg>
        <pc:spChg chg="del">
          <ac:chgData name="Earl, Eric (NIH/NIMH) [C]" userId="e77d70f2-afe0-4c7f-bd46-1ec56f2ecd98" providerId="ADAL" clId="{8C8215B3-EF89-49BF-BF56-348589165EC5}" dt="2026-05-17T14:50:27.084" v="445" actId="478"/>
          <ac:spMkLst>
            <pc:docMk/>
            <pc:sldMk cId="0" sldId="257"/>
            <ac:spMk id="33" creationId="{00000000-0000-0000-0000-000000000000}"/>
          </ac:spMkLst>
        </pc:spChg>
        <pc:spChg chg="add del">
          <ac:chgData name="Earl, Eric (NIH/NIMH) [C]" userId="e77d70f2-afe0-4c7f-bd46-1ec56f2ecd98" providerId="ADAL" clId="{8C8215B3-EF89-49BF-BF56-348589165EC5}" dt="2026-05-17T14:50:27.084" v="445" actId="478"/>
          <ac:spMkLst>
            <pc:docMk/>
            <pc:sldMk cId="0" sldId="257"/>
            <ac:spMk id="34" creationId="{00000000-0000-0000-0000-000000000000}"/>
          </ac:spMkLst>
        </pc:spChg>
        <pc:spChg chg="del">
          <ac:chgData name="Earl, Eric (NIH/NIMH) [C]" userId="e77d70f2-afe0-4c7f-bd46-1ec56f2ecd98" providerId="ADAL" clId="{8C8215B3-EF89-49BF-BF56-348589165EC5}" dt="2026-05-17T14:50:27.084" v="445" actId="478"/>
          <ac:spMkLst>
            <pc:docMk/>
            <pc:sldMk cId="0" sldId="257"/>
            <ac:spMk id="35" creationId="{00000000-0000-0000-0000-000000000000}"/>
          </ac:spMkLst>
        </pc:spChg>
        <pc:spChg chg="add del">
          <ac:chgData name="Earl, Eric (NIH/NIMH) [C]" userId="e77d70f2-afe0-4c7f-bd46-1ec56f2ecd98" providerId="ADAL" clId="{8C8215B3-EF89-49BF-BF56-348589165EC5}" dt="2026-05-17T14:50:27.084" v="445" actId="478"/>
          <ac:spMkLst>
            <pc:docMk/>
            <pc:sldMk cId="0" sldId="257"/>
            <ac:spMk id="36" creationId="{00000000-0000-0000-0000-000000000000}"/>
          </ac:spMkLst>
        </pc:spChg>
        <pc:spChg chg="add del mod">
          <ac:chgData name="Earl, Eric (NIH/NIMH) [C]" userId="e77d70f2-afe0-4c7f-bd46-1ec56f2ecd98" providerId="ADAL" clId="{8C8215B3-EF89-49BF-BF56-348589165EC5}" dt="2026-05-18T11:39:36.603" v="2226" actId="20577"/>
          <ac:spMkLst>
            <pc:docMk/>
            <pc:sldMk cId="0" sldId="257"/>
            <ac:spMk id="38" creationId="{00000000-0000-0000-0000-000000000000}"/>
          </ac:spMkLst>
        </pc:spChg>
        <pc:spChg chg="add del mod">
          <ac:chgData name="Earl, Eric (NIH/NIMH) [C]" userId="e77d70f2-afe0-4c7f-bd46-1ec56f2ecd98" providerId="ADAL" clId="{8C8215B3-EF89-49BF-BF56-348589165EC5}" dt="2026-05-17T14:51:13.886" v="449"/>
          <ac:spMkLst>
            <pc:docMk/>
            <pc:sldMk cId="0" sldId="257"/>
            <ac:spMk id="39" creationId="{7AA64BAF-71ED-F6B6-7BDD-82CB6B14361A}"/>
          </ac:spMkLst>
        </pc:spChg>
        <pc:spChg chg="add mod">
          <ac:chgData name="Earl, Eric (NIH/NIMH) [C]" userId="e77d70f2-afe0-4c7f-bd46-1ec56f2ecd98" providerId="ADAL" clId="{8C8215B3-EF89-49BF-BF56-348589165EC5}" dt="2026-05-17T15:05:30.766" v="891" actId="404"/>
          <ac:spMkLst>
            <pc:docMk/>
            <pc:sldMk cId="0" sldId="257"/>
            <ac:spMk id="40" creationId="{4BD0A98E-022A-BD6A-444C-E5BEB9665975}"/>
          </ac:spMkLst>
        </pc:spChg>
        <pc:spChg chg="add mod">
          <ac:chgData name="Earl, Eric (NIH/NIMH) [C]" userId="e77d70f2-afe0-4c7f-bd46-1ec56f2ecd98" providerId="ADAL" clId="{8C8215B3-EF89-49BF-BF56-348589165EC5}" dt="2026-05-17T15:01:38.130" v="832" actId="6549"/>
          <ac:spMkLst>
            <pc:docMk/>
            <pc:sldMk cId="0" sldId="257"/>
            <ac:spMk id="45" creationId="{AB83C8C7-5922-E65C-257E-611A8A6D90E3}"/>
          </ac:spMkLst>
        </pc:spChg>
        <pc:spChg chg="add mod">
          <ac:chgData name="Earl, Eric (NIH/NIMH) [C]" userId="e77d70f2-afe0-4c7f-bd46-1ec56f2ecd98" providerId="ADAL" clId="{8C8215B3-EF89-49BF-BF56-348589165EC5}" dt="2026-05-17T15:13:01.532" v="1092" actId="164"/>
          <ac:spMkLst>
            <pc:docMk/>
            <pc:sldMk cId="0" sldId="257"/>
            <ac:spMk id="46" creationId="{644D89BC-9CB1-64C0-8E9A-621FDFCD2448}"/>
          </ac:spMkLst>
        </pc:spChg>
        <pc:spChg chg="add mod">
          <ac:chgData name="Earl, Eric (NIH/NIMH) [C]" userId="e77d70f2-afe0-4c7f-bd46-1ec56f2ecd98" providerId="ADAL" clId="{8C8215B3-EF89-49BF-BF56-348589165EC5}" dt="2026-05-17T15:12:50.005" v="1091" actId="164"/>
          <ac:spMkLst>
            <pc:docMk/>
            <pc:sldMk cId="0" sldId="257"/>
            <ac:spMk id="47" creationId="{2BA0B51D-DF65-0FCD-BA13-619DAD5A79DD}"/>
          </ac:spMkLst>
        </pc:spChg>
        <pc:spChg chg="add mod">
          <ac:chgData name="Earl, Eric (NIH/NIMH) [C]" userId="e77d70f2-afe0-4c7f-bd46-1ec56f2ecd98" providerId="ADAL" clId="{8C8215B3-EF89-49BF-BF56-348589165EC5}" dt="2026-05-17T15:12:50.005" v="1091" actId="164"/>
          <ac:spMkLst>
            <pc:docMk/>
            <pc:sldMk cId="0" sldId="257"/>
            <ac:spMk id="96" creationId="{93EBB424-B49E-32AC-3F4B-C1D646E150A0}"/>
          </ac:spMkLst>
        </pc:spChg>
        <pc:grpChg chg="del mod">
          <ac:chgData name="Earl, Eric (NIH/NIMH) [C]" userId="e77d70f2-afe0-4c7f-bd46-1ec56f2ecd98" providerId="ADAL" clId="{8C8215B3-EF89-49BF-BF56-348589165EC5}" dt="2026-05-17T15:08:45.255" v="981"/>
          <ac:grpSpMkLst>
            <pc:docMk/>
            <pc:sldMk cId="0" sldId="257"/>
            <ac:grpSpMk id="51" creationId="{A388D24E-FEB9-EE85-CCA8-7E95660320FF}"/>
          </ac:grpSpMkLst>
        </pc:grpChg>
        <pc:grpChg chg="mod">
          <ac:chgData name="Earl, Eric (NIH/NIMH) [C]" userId="e77d70f2-afe0-4c7f-bd46-1ec56f2ecd98" providerId="ADAL" clId="{8C8215B3-EF89-49BF-BF56-348589165EC5}" dt="2026-05-17T15:13:01.532" v="1092" actId="164"/>
          <ac:grpSpMkLst>
            <pc:docMk/>
            <pc:sldMk cId="0" sldId="257"/>
            <ac:grpSpMk id="53" creationId="{997AB4B6-B760-66C5-112B-D2DC8B9794C8}"/>
          </ac:grpSpMkLst>
        </pc:grpChg>
        <pc:grpChg chg="add del mod">
          <ac:chgData name="Earl, Eric (NIH/NIMH) [C]" userId="e77d70f2-afe0-4c7f-bd46-1ec56f2ecd98" providerId="ADAL" clId="{8C8215B3-EF89-49BF-BF56-348589165EC5}" dt="2026-05-17T15:09:14.440" v="994"/>
          <ac:grpSpMkLst>
            <pc:docMk/>
            <pc:sldMk cId="0" sldId="257"/>
            <ac:grpSpMk id="56" creationId="{2426884E-B097-7B44-5DD3-7F620C2441A6}"/>
          </ac:grpSpMkLst>
        </pc:grpChg>
        <pc:grpChg chg="mod">
          <ac:chgData name="Earl, Eric (NIH/NIMH) [C]" userId="e77d70f2-afe0-4c7f-bd46-1ec56f2ecd98" providerId="ADAL" clId="{8C8215B3-EF89-49BF-BF56-348589165EC5}" dt="2026-05-17T15:09:06.008" v="988"/>
          <ac:grpSpMkLst>
            <pc:docMk/>
            <pc:sldMk cId="0" sldId="257"/>
            <ac:grpSpMk id="58" creationId="{6E4AC80F-852E-E4F2-3292-94CC816D829F}"/>
          </ac:grpSpMkLst>
        </pc:grpChg>
        <pc:grpChg chg="mod">
          <ac:chgData name="Earl, Eric (NIH/NIMH) [C]" userId="e77d70f2-afe0-4c7f-bd46-1ec56f2ecd98" providerId="ADAL" clId="{8C8215B3-EF89-49BF-BF56-348589165EC5}" dt="2026-05-17T15:09:11.131" v="992"/>
          <ac:grpSpMkLst>
            <pc:docMk/>
            <pc:sldMk cId="0" sldId="257"/>
            <ac:grpSpMk id="60" creationId="{F3A44C25-3398-E5A4-D4AB-6B7B5A3DE5D4}"/>
          </ac:grpSpMkLst>
        </pc:grpChg>
        <pc:grpChg chg="del mod">
          <ac:chgData name="Earl, Eric (NIH/NIMH) [C]" userId="e77d70f2-afe0-4c7f-bd46-1ec56f2ecd98" providerId="ADAL" clId="{8C8215B3-EF89-49BF-BF56-348589165EC5}" dt="2026-05-17T15:09:16.565" v="996"/>
          <ac:grpSpMkLst>
            <pc:docMk/>
            <pc:sldMk cId="0" sldId="257"/>
            <ac:grpSpMk id="62" creationId="{F49EF548-18E7-8D72-51C2-A9D31D577E46}"/>
          </ac:grpSpMkLst>
        </pc:grpChg>
        <pc:grpChg chg="mod">
          <ac:chgData name="Earl, Eric (NIH/NIMH) [C]" userId="e77d70f2-afe0-4c7f-bd46-1ec56f2ecd98" providerId="ADAL" clId="{8C8215B3-EF89-49BF-BF56-348589165EC5}" dt="2026-05-17T15:12:50.005" v="1091" actId="164"/>
          <ac:grpSpMkLst>
            <pc:docMk/>
            <pc:sldMk cId="0" sldId="257"/>
            <ac:grpSpMk id="64" creationId="{DC9DADD0-1F55-48B4-C79E-1054CF784FA8}"/>
          </ac:grpSpMkLst>
        </pc:grpChg>
        <pc:grpChg chg="mod">
          <ac:chgData name="Earl, Eric (NIH/NIMH) [C]" userId="e77d70f2-afe0-4c7f-bd46-1ec56f2ecd98" providerId="ADAL" clId="{8C8215B3-EF89-49BF-BF56-348589165EC5}" dt="2026-05-17T15:13:01.532" v="1092" actId="164"/>
          <ac:grpSpMkLst>
            <pc:docMk/>
            <pc:sldMk cId="0" sldId="257"/>
            <ac:grpSpMk id="67" creationId="{3E419895-61E9-60F8-36E4-1F3B33539FFD}"/>
          </ac:grpSpMkLst>
        </pc:grpChg>
        <pc:grpChg chg="add del mod">
          <ac:chgData name="Earl, Eric (NIH/NIMH) [C]" userId="e77d70f2-afe0-4c7f-bd46-1ec56f2ecd98" providerId="ADAL" clId="{8C8215B3-EF89-49BF-BF56-348589165EC5}" dt="2026-05-17T15:09:51.834" v="1008"/>
          <ac:grpSpMkLst>
            <pc:docMk/>
            <pc:sldMk cId="0" sldId="257"/>
            <ac:grpSpMk id="70" creationId="{C1805464-6D5A-E386-7CE1-5F1E77178EE1}"/>
          </ac:grpSpMkLst>
        </pc:grpChg>
        <pc:grpChg chg="mod">
          <ac:chgData name="Earl, Eric (NIH/NIMH) [C]" userId="e77d70f2-afe0-4c7f-bd46-1ec56f2ecd98" providerId="ADAL" clId="{8C8215B3-EF89-49BF-BF56-348589165EC5}" dt="2026-05-17T15:09:51.297" v="1006"/>
          <ac:grpSpMkLst>
            <pc:docMk/>
            <pc:sldMk cId="0" sldId="257"/>
            <ac:grpSpMk id="72" creationId="{5C789609-437F-477F-6508-AAF3267AEC00}"/>
          </ac:grpSpMkLst>
        </pc:grpChg>
        <pc:grpChg chg="add mod">
          <ac:chgData name="Earl, Eric (NIH/NIMH) [C]" userId="e77d70f2-afe0-4c7f-bd46-1ec56f2ecd98" providerId="ADAL" clId="{8C8215B3-EF89-49BF-BF56-348589165EC5}" dt="2026-05-17T15:12:50.005" v="1091" actId="164"/>
          <ac:grpSpMkLst>
            <pc:docMk/>
            <pc:sldMk cId="0" sldId="257"/>
            <ac:grpSpMk id="73" creationId="{469F4300-99DF-74F6-07C4-75523B524076}"/>
          </ac:grpSpMkLst>
        </pc:grpChg>
        <pc:grpChg chg="add del mod">
          <ac:chgData name="Earl, Eric (NIH/NIMH) [C]" userId="e77d70f2-afe0-4c7f-bd46-1ec56f2ecd98" providerId="ADAL" clId="{8C8215B3-EF89-49BF-BF56-348589165EC5}" dt="2026-05-17T15:11:00.208" v="1022"/>
          <ac:grpSpMkLst>
            <pc:docMk/>
            <pc:sldMk cId="0" sldId="257"/>
            <ac:grpSpMk id="80" creationId="{9DA9E179-5437-8FD9-3BA4-9A1AEA4FC3D2}"/>
          </ac:grpSpMkLst>
        </pc:grpChg>
        <pc:grpChg chg="mod">
          <ac:chgData name="Earl, Eric (NIH/NIMH) [C]" userId="e77d70f2-afe0-4c7f-bd46-1ec56f2ecd98" providerId="ADAL" clId="{8C8215B3-EF89-49BF-BF56-348589165EC5}" dt="2026-05-17T15:11:00.003" v="1020"/>
          <ac:grpSpMkLst>
            <pc:docMk/>
            <pc:sldMk cId="0" sldId="257"/>
            <ac:grpSpMk id="82" creationId="{34C87DB0-45A2-3661-CA52-5C6E67D8EF66}"/>
          </ac:grpSpMkLst>
        </pc:grpChg>
        <pc:grpChg chg="mod">
          <ac:chgData name="Earl, Eric (NIH/NIMH) [C]" userId="e77d70f2-afe0-4c7f-bd46-1ec56f2ecd98" providerId="ADAL" clId="{8C8215B3-EF89-49BF-BF56-348589165EC5}" dt="2026-05-17T15:11:29.706" v="1048"/>
          <ac:grpSpMkLst>
            <pc:docMk/>
            <pc:sldMk cId="0" sldId="257"/>
            <ac:grpSpMk id="84" creationId="{A3E45BB6-1D40-A0CE-A7FD-2DE941A38B4F}"/>
          </ac:grpSpMkLst>
        </pc:grpChg>
        <pc:grpChg chg="add del mod">
          <ac:chgData name="Earl, Eric (NIH/NIMH) [C]" userId="e77d70f2-afe0-4c7f-bd46-1ec56f2ecd98" providerId="ADAL" clId="{8C8215B3-EF89-49BF-BF56-348589165EC5}" dt="2026-05-17T15:11:29.149" v="1045"/>
          <ac:grpSpMkLst>
            <pc:docMk/>
            <pc:sldMk cId="0" sldId="257"/>
            <ac:grpSpMk id="87" creationId="{A8A64F5D-0395-5ACD-22EB-10BCA7C5CFEE}"/>
          </ac:grpSpMkLst>
        </pc:grpChg>
        <pc:grpChg chg="add del mod">
          <ac:chgData name="Earl, Eric (NIH/NIMH) [C]" userId="e77d70f2-afe0-4c7f-bd46-1ec56f2ecd98" providerId="ADAL" clId="{8C8215B3-EF89-49BF-BF56-348589165EC5}" dt="2026-05-17T15:11:28.847" v="1043"/>
          <ac:grpSpMkLst>
            <pc:docMk/>
            <pc:sldMk cId="0" sldId="257"/>
            <ac:grpSpMk id="89" creationId="{0AED46EF-02B6-95FC-0257-A2DBF7B287B2}"/>
          </ac:grpSpMkLst>
        </pc:grpChg>
        <pc:grpChg chg="mod">
          <ac:chgData name="Earl, Eric (NIH/NIMH) [C]" userId="e77d70f2-afe0-4c7f-bd46-1ec56f2ecd98" providerId="ADAL" clId="{8C8215B3-EF89-49BF-BF56-348589165EC5}" dt="2026-05-17T15:11:28.580" v="1041"/>
          <ac:grpSpMkLst>
            <pc:docMk/>
            <pc:sldMk cId="0" sldId="257"/>
            <ac:grpSpMk id="91" creationId="{B16B024F-18FD-CACB-3F44-D9BA88E61245}"/>
          </ac:grpSpMkLst>
        </pc:grpChg>
        <pc:grpChg chg="mod">
          <ac:chgData name="Earl, Eric (NIH/NIMH) [C]" userId="e77d70f2-afe0-4c7f-bd46-1ec56f2ecd98" providerId="ADAL" clId="{8C8215B3-EF89-49BF-BF56-348589165EC5}" dt="2026-05-17T15:11:27.782" v="1037"/>
          <ac:grpSpMkLst>
            <pc:docMk/>
            <pc:sldMk cId="0" sldId="257"/>
            <ac:grpSpMk id="95" creationId="{40FAECBD-A06E-274C-BC4A-C18838E4D081}"/>
          </ac:grpSpMkLst>
        </pc:grpChg>
        <pc:grpChg chg="add mod">
          <ac:chgData name="Earl, Eric (NIH/NIMH) [C]" userId="e77d70f2-afe0-4c7f-bd46-1ec56f2ecd98" providerId="ADAL" clId="{8C8215B3-EF89-49BF-BF56-348589165EC5}" dt="2026-05-17T15:13:26.890" v="1096" actId="164"/>
          <ac:grpSpMkLst>
            <pc:docMk/>
            <pc:sldMk cId="0" sldId="257"/>
            <ac:grpSpMk id="97" creationId="{2E5C5EB1-4B3A-70FF-EF5B-369DC90C246D}"/>
          </ac:grpSpMkLst>
        </pc:grpChg>
        <pc:grpChg chg="add mod">
          <ac:chgData name="Earl, Eric (NIH/NIMH) [C]" userId="e77d70f2-afe0-4c7f-bd46-1ec56f2ecd98" providerId="ADAL" clId="{8C8215B3-EF89-49BF-BF56-348589165EC5}" dt="2026-05-17T15:13:26.890" v="1096" actId="164"/>
          <ac:grpSpMkLst>
            <pc:docMk/>
            <pc:sldMk cId="0" sldId="257"/>
            <ac:grpSpMk id="98" creationId="{B224ADAB-F7F8-4DB7-8429-955E5DF2E378}"/>
          </ac:grpSpMkLst>
        </pc:grpChg>
        <pc:grpChg chg="add mod">
          <ac:chgData name="Earl, Eric (NIH/NIMH) [C]" userId="e77d70f2-afe0-4c7f-bd46-1ec56f2ecd98" providerId="ADAL" clId="{8C8215B3-EF89-49BF-BF56-348589165EC5}" dt="2026-05-17T15:13:49.274" v="1098" actId="1076"/>
          <ac:grpSpMkLst>
            <pc:docMk/>
            <pc:sldMk cId="0" sldId="257"/>
            <ac:grpSpMk id="99" creationId="{281FBDAE-5F99-6383-2D2B-4AB27031BD38}"/>
          </ac:grpSpMkLst>
        </pc:grpChg>
        <pc:picChg chg="add mod">
          <ac:chgData name="Earl, Eric (NIH/NIMH) [C]" userId="e77d70f2-afe0-4c7f-bd46-1ec56f2ecd98" providerId="ADAL" clId="{8C8215B3-EF89-49BF-BF56-348589165EC5}" dt="2026-05-17T15:12:50.005" v="1091" actId="164"/>
          <ac:picMkLst>
            <pc:docMk/>
            <pc:sldMk cId="0" sldId="257"/>
            <ac:picMk id="42" creationId="{47B2FB95-8F38-93F8-172D-0F5CA3521425}"/>
          </ac:picMkLst>
        </pc:picChg>
        <pc:picChg chg="add mod">
          <ac:chgData name="Earl, Eric (NIH/NIMH) [C]" userId="e77d70f2-afe0-4c7f-bd46-1ec56f2ecd98" providerId="ADAL" clId="{8C8215B3-EF89-49BF-BF56-348589165EC5}" dt="2026-05-17T15:13:01.532" v="1092" actId="164"/>
          <ac:picMkLst>
            <pc:docMk/>
            <pc:sldMk cId="0" sldId="257"/>
            <ac:picMk id="44" creationId="{430FCA19-7725-100B-AFAD-7229B29E249F}"/>
          </ac:picMkLst>
        </pc:picChg>
        <pc:inkChg chg="add del">
          <ac:chgData name="Earl, Eric (NIH/NIMH) [C]" userId="e77d70f2-afe0-4c7f-bd46-1ec56f2ecd98" providerId="ADAL" clId="{8C8215B3-EF89-49BF-BF56-348589165EC5}" dt="2026-05-17T15:08:33.493" v="976" actId="9405"/>
          <ac:inkMkLst>
            <pc:docMk/>
            <pc:sldMk cId="0" sldId="257"/>
            <ac:inkMk id="48" creationId="{9C460F4A-177F-80AA-0566-E0B3C4128ABA}"/>
          </ac:inkMkLst>
        </pc:inkChg>
        <pc:inkChg chg="add mod">
          <ac:chgData name="Earl, Eric (NIH/NIMH) [C]" userId="e77d70f2-afe0-4c7f-bd46-1ec56f2ecd98" providerId="ADAL" clId="{8C8215B3-EF89-49BF-BF56-348589165EC5}" dt="2026-05-17T15:08:45.255" v="981"/>
          <ac:inkMkLst>
            <pc:docMk/>
            <pc:sldMk cId="0" sldId="257"/>
            <ac:inkMk id="49" creationId="{33BDFC5F-9115-7201-9B42-85AFB9473316}"/>
          </ac:inkMkLst>
        </pc:inkChg>
        <pc:inkChg chg="add mod">
          <ac:chgData name="Earl, Eric (NIH/NIMH) [C]" userId="e77d70f2-afe0-4c7f-bd46-1ec56f2ecd98" providerId="ADAL" clId="{8C8215B3-EF89-49BF-BF56-348589165EC5}" dt="2026-05-17T15:08:45.255" v="981"/>
          <ac:inkMkLst>
            <pc:docMk/>
            <pc:sldMk cId="0" sldId="257"/>
            <ac:inkMk id="50" creationId="{649ADDEA-192F-7B17-19F3-72D2992050A3}"/>
          </ac:inkMkLst>
        </pc:inkChg>
        <pc:inkChg chg="add mod">
          <ac:chgData name="Earl, Eric (NIH/NIMH) [C]" userId="e77d70f2-afe0-4c7f-bd46-1ec56f2ecd98" providerId="ADAL" clId="{8C8215B3-EF89-49BF-BF56-348589165EC5}" dt="2026-05-17T15:08:45.255" v="981"/>
          <ac:inkMkLst>
            <pc:docMk/>
            <pc:sldMk cId="0" sldId="257"/>
            <ac:inkMk id="52" creationId="{0A399477-A4F1-9739-42D3-FD37C1E4479C}"/>
          </ac:inkMkLst>
        </pc:inkChg>
        <pc:inkChg chg="add mod">
          <ac:chgData name="Earl, Eric (NIH/NIMH) [C]" userId="e77d70f2-afe0-4c7f-bd46-1ec56f2ecd98" providerId="ADAL" clId="{8C8215B3-EF89-49BF-BF56-348589165EC5}" dt="2026-05-17T15:09:16.565" v="996"/>
          <ac:inkMkLst>
            <pc:docMk/>
            <pc:sldMk cId="0" sldId="257"/>
            <ac:inkMk id="54" creationId="{6DB01D1C-81D8-1B98-1200-E88B1D35E469}"/>
          </ac:inkMkLst>
        </pc:inkChg>
        <pc:inkChg chg="add mod">
          <ac:chgData name="Earl, Eric (NIH/NIMH) [C]" userId="e77d70f2-afe0-4c7f-bd46-1ec56f2ecd98" providerId="ADAL" clId="{8C8215B3-EF89-49BF-BF56-348589165EC5}" dt="2026-05-17T15:09:16.565" v="996"/>
          <ac:inkMkLst>
            <pc:docMk/>
            <pc:sldMk cId="0" sldId="257"/>
            <ac:inkMk id="55" creationId="{11EFDBD6-240A-41E2-A86A-EC7CF98224D3}"/>
          </ac:inkMkLst>
        </pc:inkChg>
        <pc:inkChg chg="add del mod">
          <ac:chgData name="Earl, Eric (NIH/NIMH) [C]" userId="e77d70f2-afe0-4c7f-bd46-1ec56f2ecd98" providerId="ADAL" clId="{8C8215B3-EF89-49BF-BF56-348589165EC5}" dt="2026-05-17T15:09:06.008" v="988"/>
          <ac:inkMkLst>
            <pc:docMk/>
            <pc:sldMk cId="0" sldId="257"/>
            <ac:inkMk id="57" creationId="{C2C4538A-5274-5AD4-D66A-AD5BFA00E33C}"/>
          </ac:inkMkLst>
        </pc:inkChg>
        <pc:inkChg chg="add del mod">
          <ac:chgData name="Earl, Eric (NIH/NIMH) [C]" userId="e77d70f2-afe0-4c7f-bd46-1ec56f2ecd98" providerId="ADAL" clId="{8C8215B3-EF89-49BF-BF56-348589165EC5}" dt="2026-05-17T15:09:11.131" v="992"/>
          <ac:inkMkLst>
            <pc:docMk/>
            <pc:sldMk cId="0" sldId="257"/>
            <ac:inkMk id="59" creationId="{F9421B21-1D92-2C19-0772-5DC606E63BC9}"/>
          </ac:inkMkLst>
        </pc:inkChg>
        <pc:inkChg chg="add mod">
          <ac:chgData name="Earl, Eric (NIH/NIMH) [C]" userId="e77d70f2-afe0-4c7f-bd46-1ec56f2ecd98" providerId="ADAL" clId="{8C8215B3-EF89-49BF-BF56-348589165EC5}" dt="2026-05-17T15:09:16.565" v="996"/>
          <ac:inkMkLst>
            <pc:docMk/>
            <pc:sldMk cId="0" sldId="257"/>
            <ac:inkMk id="61" creationId="{0AC4201F-8A2E-2FD0-C800-8B232C7C88A1}"/>
          </ac:inkMkLst>
        </pc:inkChg>
        <pc:inkChg chg="add mod">
          <ac:chgData name="Earl, Eric (NIH/NIMH) [C]" userId="e77d70f2-afe0-4c7f-bd46-1ec56f2ecd98" providerId="ADAL" clId="{8C8215B3-EF89-49BF-BF56-348589165EC5}" dt="2026-05-17T15:09:16.565" v="996"/>
          <ac:inkMkLst>
            <pc:docMk/>
            <pc:sldMk cId="0" sldId="257"/>
            <ac:inkMk id="63" creationId="{7204D249-5F4B-A87D-339D-33C6BBDD974C}"/>
          </ac:inkMkLst>
        </pc:inkChg>
        <pc:inkChg chg="add mod">
          <ac:chgData name="Earl, Eric (NIH/NIMH) [C]" userId="e77d70f2-afe0-4c7f-bd46-1ec56f2ecd98" providerId="ADAL" clId="{8C8215B3-EF89-49BF-BF56-348589165EC5}" dt="2026-05-17T15:09:34.196" v="999"/>
          <ac:inkMkLst>
            <pc:docMk/>
            <pc:sldMk cId="0" sldId="257"/>
            <ac:inkMk id="65" creationId="{74484506-D7AB-0B1E-C882-02FB46BDB838}"/>
          </ac:inkMkLst>
        </pc:inkChg>
        <pc:inkChg chg="add mod">
          <ac:chgData name="Earl, Eric (NIH/NIMH) [C]" userId="e77d70f2-afe0-4c7f-bd46-1ec56f2ecd98" providerId="ADAL" clId="{8C8215B3-EF89-49BF-BF56-348589165EC5}" dt="2026-05-17T15:09:34.196" v="999"/>
          <ac:inkMkLst>
            <pc:docMk/>
            <pc:sldMk cId="0" sldId="257"/>
            <ac:inkMk id="66" creationId="{9FD1ADE5-25CE-CDE7-8672-E5C189BA9FE1}"/>
          </ac:inkMkLst>
        </pc:inkChg>
        <pc:inkChg chg="add del mod">
          <ac:chgData name="Earl, Eric (NIH/NIMH) [C]" userId="e77d70f2-afe0-4c7f-bd46-1ec56f2ecd98" providerId="ADAL" clId="{8C8215B3-EF89-49BF-BF56-348589165EC5}" dt="2026-05-17T15:09:52.330" v="1009" actId="9405"/>
          <ac:inkMkLst>
            <pc:docMk/>
            <pc:sldMk cId="0" sldId="257"/>
            <ac:inkMk id="68" creationId="{DC75E4A7-5FD3-8F05-8AB1-D4D4EAE6171B}"/>
          </ac:inkMkLst>
        </pc:inkChg>
        <pc:inkChg chg="add del mod">
          <ac:chgData name="Earl, Eric (NIH/NIMH) [C]" userId="e77d70f2-afe0-4c7f-bd46-1ec56f2ecd98" providerId="ADAL" clId="{8C8215B3-EF89-49BF-BF56-348589165EC5}" dt="2026-05-17T15:09:51.834" v="1008"/>
          <ac:inkMkLst>
            <pc:docMk/>
            <pc:sldMk cId="0" sldId="257"/>
            <ac:inkMk id="69" creationId="{E0F78F82-FA38-9014-F3B0-9D4A86B72B0B}"/>
          </ac:inkMkLst>
        </pc:inkChg>
        <pc:inkChg chg="add del mod">
          <ac:chgData name="Earl, Eric (NIH/NIMH) [C]" userId="e77d70f2-afe0-4c7f-bd46-1ec56f2ecd98" providerId="ADAL" clId="{8C8215B3-EF89-49BF-BF56-348589165EC5}" dt="2026-05-17T15:09:51.297" v="1006"/>
          <ac:inkMkLst>
            <pc:docMk/>
            <pc:sldMk cId="0" sldId="257"/>
            <ac:inkMk id="71" creationId="{61EBD531-0D4E-CF6A-B689-A53A9F1E0E3F}"/>
          </ac:inkMkLst>
        </pc:inkChg>
        <pc:inkChg chg="mod">
          <ac:chgData name="Earl, Eric (NIH/NIMH) [C]" userId="e77d70f2-afe0-4c7f-bd46-1ec56f2ecd98" providerId="ADAL" clId="{8C8215B3-EF89-49BF-BF56-348589165EC5}" dt="2026-05-17T15:10:06.443" v="1010"/>
          <ac:inkMkLst>
            <pc:docMk/>
            <pc:sldMk cId="0" sldId="257"/>
            <ac:inkMk id="74" creationId="{1A391D2F-EBD3-8EA8-3E6D-E9572B39270E}"/>
          </ac:inkMkLst>
        </pc:inkChg>
        <pc:inkChg chg="mod">
          <ac:chgData name="Earl, Eric (NIH/NIMH) [C]" userId="e77d70f2-afe0-4c7f-bd46-1ec56f2ecd98" providerId="ADAL" clId="{8C8215B3-EF89-49BF-BF56-348589165EC5}" dt="2026-05-17T15:10:06.443" v="1010"/>
          <ac:inkMkLst>
            <pc:docMk/>
            <pc:sldMk cId="0" sldId="257"/>
            <ac:inkMk id="75" creationId="{67B5C94E-2564-6C79-53BB-36857117B264}"/>
          </ac:inkMkLst>
        </pc:inkChg>
        <pc:inkChg chg="add mod">
          <ac:chgData name="Earl, Eric (NIH/NIMH) [C]" userId="e77d70f2-afe0-4c7f-bd46-1ec56f2ecd98" providerId="ADAL" clId="{8C8215B3-EF89-49BF-BF56-348589165EC5}" dt="2026-05-17T15:12:50.005" v="1091" actId="164"/>
          <ac:inkMkLst>
            <pc:docMk/>
            <pc:sldMk cId="0" sldId="257"/>
            <ac:inkMk id="76" creationId="{0C25E255-8CEF-72D3-8365-3B32CD5556F5}"/>
          </ac:inkMkLst>
        </pc:inkChg>
        <pc:inkChg chg="add del mod">
          <ac:chgData name="Earl, Eric (NIH/NIMH) [C]" userId="e77d70f2-afe0-4c7f-bd46-1ec56f2ecd98" providerId="ADAL" clId="{8C8215B3-EF89-49BF-BF56-348589165EC5}" dt="2026-05-17T15:11:30.517" v="1050" actId="9405"/>
          <ac:inkMkLst>
            <pc:docMk/>
            <pc:sldMk cId="0" sldId="257"/>
            <ac:inkMk id="77" creationId="{0B70AE75-3B34-4D9C-49E0-D53D845411E2}"/>
          </ac:inkMkLst>
        </pc:inkChg>
        <pc:inkChg chg="add del mod">
          <ac:chgData name="Earl, Eric (NIH/NIMH) [C]" userId="e77d70f2-afe0-4c7f-bd46-1ec56f2ecd98" providerId="ADAL" clId="{8C8215B3-EF89-49BF-BF56-348589165EC5}" dt="2026-05-17T15:11:30.073" v="1049" actId="9405"/>
          <ac:inkMkLst>
            <pc:docMk/>
            <pc:sldMk cId="0" sldId="257"/>
            <ac:inkMk id="78" creationId="{EA08F1CB-A193-614D-AA22-456C85ECEAD2}"/>
          </ac:inkMkLst>
        </pc:inkChg>
        <pc:inkChg chg="add del mod">
          <ac:chgData name="Earl, Eric (NIH/NIMH) [C]" userId="e77d70f2-afe0-4c7f-bd46-1ec56f2ecd98" providerId="ADAL" clId="{8C8215B3-EF89-49BF-BF56-348589165EC5}" dt="2026-05-17T15:11:00.208" v="1022"/>
          <ac:inkMkLst>
            <pc:docMk/>
            <pc:sldMk cId="0" sldId="257"/>
            <ac:inkMk id="79" creationId="{9C24E100-27C3-BA0B-2005-76336F27CD0B}"/>
          </ac:inkMkLst>
        </pc:inkChg>
        <pc:inkChg chg="add del mod">
          <ac:chgData name="Earl, Eric (NIH/NIMH) [C]" userId="e77d70f2-afe0-4c7f-bd46-1ec56f2ecd98" providerId="ADAL" clId="{8C8215B3-EF89-49BF-BF56-348589165EC5}" dt="2026-05-17T15:11:00.003" v="1020"/>
          <ac:inkMkLst>
            <pc:docMk/>
            <pc:sldMk cId="0" sldId="257"/>
            <ac:inkMk id="81" creationId="{9828CAF2-993D-509B-367D-2A742EA55A18}"/>
          </ac:inkMkLst>
        </pc:inkChg>
        <pc:inkChg chg="add del mod">
          <ac:chgData name="Earl, Eric (NIH/NIMH) [C]" userId="e77d70f2-afe0-4c7f-bd46-1ec56f2ecd98" providerId="ADAL" clId="{8C8215B3-EF89-49BF-BF56-348589165EC5}" dt="2026-05-17T15:11:29.706" v="1048"/>
          <ac:inkMkLst>
            <pc:docMk/>
            <pc:sldMk cId="0" sldId="257"/>
            <ac:inkMk id="83" creationId="{6B31A968-4407-76ED-26D5-36FADF240AB2}"/>
          </ac:inkMkLst>
        </pc:inkChg>
        <pc:inkChg chg="add del mod">
          <ac:chgData name="Earl, Eric (NIH/NIMH) [C]" userId="e77d70f2-afe0-4c7f-bd46-1ec56f2ecd98" providerId="ADAL" clId="{8C8215B3-EF89-49BF-BF56-348589165EC5}" dt="2026-05-17T15:11:29.420" v="1046" actId="9405"/>
          <ac:inkMkLst>
            <pc:docMk/>
            <pc:sldMk cId="0" sldId="257"/>
            <ac:inkMk id="85" creationId="{47851F41-03D2-EEE8-2754-F8C86858B862}"/>
          </ac:inkMkLst>
        </pc:inkChg>
        <pc:inkChg chg="add del mod">
          <ac:chgData name="Earl, Eric (NIH/NIMH) [C]" userId="e77d70f2-afe0-4c7f-bd46-1ec56f2ecd98" providerId="ADAL" clId="{8C8215B3-EF89-49BF-BF56-348589165EC5}" dt="2026-05-17T15:11:29.149" v="1045"/>
          <ac:inkMkLst>
            <pc:docMk/>
            <pc:sldMk cId="0" sldId="257"/>
            <ac:inkMk id="86" creationId="{FC559340-B37B-85C7-CD61-C5ECBC4674F3}"/>
          </ac:inkMkLst>
        </pc:inkChg>
        <pc:inkChg chg="add del mod">
          <ac:chgData name="Earl, Eric (NIH/NIMH) [C]" userId="e77d70f2-afe0-4c7f-bd46-1ec56f2ecd98" providerId="ADAL" clId="{8C8215B3-EF89-49BF-BF56-348589165EC5}" dt="2026-05-17T15:11:28.847" v="1043"/>
          <ac:inkMkLst>
            <pc:docMk/>
            <pc:sldMk cId="0" sldId="257"/>
            <ac:inkMk id="88" creationId="{83F71066-83F3-446F-FE4C-BF981027B299}"/>
          </ac:inkMkLst>
        </pc:inkChg>
        <pc:inkChg chg="add del mod">
          <ac:chgData name="Earl, Eric (NIH/NIMH) [C]" userId="e77d70f2-afe0-4c7f-bd46-1ec56f2ecd98" providerId="ADAL" clId="{8C8215B3-EF89-49BF-BF56-348589165EC5}" dt="2026-05-17T15:11:28.580" v="1041"/>
          <ac:inkMkLst>
            <pc:docMk/>
            <pc:sldMk cId="0" sldId="257"/>
            <ac:inkMk id="90" creationId="{F966F176-B056-4915-20D8-B0BBF088A14B}"/>
          </ac:inkMkLst>
        </pc:inkChg>
        <pc:inkChg chg="add del mod">
          <ac:chgData name="Earl, Eric (NIH/NIMH) [C]" userId="e77d70f2-afe0-4c7f-bd46-1ec56f2ecd98" providerId="ADAL" clId="{8C8215B3-EF89-49BF-BF56-348589165EC5}" dt="2026-05-17T15:11:28.340" v="1039" actId="9405"/>
          <ac:inkMkLst>
            <pc:docMk/>
            <pc:sldMk cId="0" sldId="257"/>
            <ac:inkMk id="92" creationId="{E06599EF-46DC-F3E7-C059-9466A3EE8EC5}"/>
          </ac:inkMkLst>
        </pc:inkChg>
        <pc:inkChg chg="add del mod">
          <ac:chgData name="Earl, Eric (NIH/NIMH) [C]" userId="e77d70f2-afe0-4c7f-bd46-1ec56f2ecd98" providerId="ADAL" clId="{8C8215B3-EF89-49BF-BF56-348589165EC5}" dt="2026-05-17T15:11:28.046" v="1038" actId="9405"/>
          <ac:inkMkLst>
            <pc:docMk/>
            <pc:sldMk cId="0" sldId="257"/>
            <ac:inkMk id="93" creationId="{A4318E17-6C89-733A-A4EE-03330E84B88E}"/>
          </ac:inkMkLst>
        </pc:inkChg>
        <pc:inkChg chg="add del mod">
          <ac:chgData name="Earl, Eric (NIH/NIMH) [C]" userId="e77d70f2-afe0-4c7f-bd46-1ec56f2ecd98" providerId="ADAL" clId="{8C8215B3-EF89-49BF-BF56-348589165EC5}" dt="2026-05-17T15:11:27.782" v="1037"/>
          <ac:inkMkLst>
            <pc:docMk/>
            <pc:sldMk cId="0" sldId="257"/>
            <ac:inkMk id="94" creationId="{404888EE-0B25-6BD3-FA3B-D495CBB4B4EF}"/>
          </ac:inkMkLst>
        </pc:inkChg>
      </pc:sldChg>
      <pc:sldChg chg="addSp delSp modSp mod">
        <pc:chgData name="Earl, Eric (NIH/NIMH) [C]" userId="e77d70f2-afe0-4c7f-bd46-1ec56f2ecd98" providerId="ADAL" clId="{8C8215B3-EF89-49BF-BF56-348589165EC5}" dt="2026-05-18T11:40:00.029" v="2236" actId="20577"/>
        <pc:sldMkLst>
          <pc:docMk/>
          <pc:sldMk cId="0" sldId="258"/>
        </pc:sldMkLst>
        <pc:spChg chg="mod">
          <ac:chgData name="Earl, Eric (NIH/NIMH) [C]" userId="e77d70f2-afe0-4c7f-bd46-1ec56f2ecd98" providerId="ADAL" clId="{8C8215B3-EF89-49BF-BF56-348589165EC5}" dt="2026-05-17T15:39:49.829" v="1390" actId="113"/>
          <ac:spMkLst>
            <pc:docMk/>
            <pc:sldMk cId="0" sldId="258"/>
            <ac:spMk id="11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7T15:39:57.034" v="1391" actId="113"/>
          <ac:spMkLst>
            <pc:docMk/>
            <pc:sldMk cId="0" sldId="258"/>
            <ac:spMk id="13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7T15:40:01.667" v="1392" actId="113"/>
          <ac:spMkLst>
            <pc:docMk/>
            <pc:sldMk cId="0" sldId="258"/>
            <ac:spMk id="15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7T15:40:13.426" v="1393" actId="113"/>
          <ac:spMkLst>
            <pc:docMk/>
            <pc:sldMk cId="0" sldId="258"/>
            <ac:spMk id="21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7T15:40:19.467" v="1394" actId="113"/>
          <ac:spMkLst>
            <pc:docMk/>
            <pc:sldMk cId="0" sldId="258"/>
            <ac:spMk id="23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7T15:40:27.544" v="1395" actId="113"/>
          <ac:spMkLst>
            <pc:docMk/>
            <pc:sldMk cId="0" sldId="258"/>
            <ac:spMk id="25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8T11:40:00.029" v="2236" actId="20577"/>
          <ac:spMkLst>
            <pc:docMk/>
            <pc:sldMk cId="0" sldId="258"/>
            <ac:spMk id="26" creationId="{00000000-0000-0000-0000-000000000000}"/>
          </ac:spMkLst>
        </pc:spChg>
        <pc:spChg chg="add del mod">
          <ac:chgData name="Earl, Eric (NIH/NIMH) [C]" userId="e77d70f2-afe0-4c7f-bd46-1ec56f2ecd98" providerId="ADAL" clId="{8C8215B3-EF89-49BF-BF56-348589165EC5}" dt="2026-05-17T16:14:22.941" v="1949" actId="21"/>
          <ac:spMkLst>
            <pc:docMk/>
            <pc:sldMk cId="0" sldId="258"/>
            <ac:spMk id="27" creationId="{5CA6584E-BDB4-325C-E993-FB76270EA301}"/>
          </ac:spMkLst>
        </pc:spChg>
      </pc:sldChg>
      <pc:sldChg chg="addSp delSp modSp mod">
        <pc:chgData name="Earl, Eric (NIH/NIMH) [C]" userId="e77d70f2-afe0-4c7f-bd46-1ec56f2ecd98" providerId="ADAL" clId="{8C8215B3-EF89-49BF-BF56-348589165EC5}" dt="2026-05-18T11:40:17.258" v="2249" actId="20577"/>
        <pc:sldMkLst>
          <pc:docMk/>
          <pc:sldMk cId="0" sldId="259"/>
        </pc:sldMkLst>
        <pc:spChg chg="mod">
          <ac:chgData name="Earl, Eric (NIH/NIMH) [C]" userId="e77d70f2-afe0-4c7f-bd46-1ec56f2ecd98" providerId="ADAL" clId="{8C8215B3-EF89-49BF-BF56-348589165EC5}" dt="2026-05-18T11:33:21.098" v="2131" actId="20577"/>
          <ac:spMkLst>
            <pc:docMk/>
            <pc:sldMk cId="0" sldId="259"/>
            <ac:spMk id="5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8T11:40:17.258" v="2249" actId="20577"/>
          <ac:spMkLst>
            <pc:docMk/>
            <pc:sldMk cId="0" sldId="259"/>
            <ac:spMk id="19" creationId="{00000000-0000-0000-0000-000000000000}"/>
          </ac:spMkLst>
        </pc:spChg>
        <pc:spChg chg="add del">
          <ac:chgData name="Earl, Eric (NIH/NIMH) [C]" userId="e77d70f2-afe0-4c7f-bd46-1ec56f2ecd98" providerId="ADAL" clId="{8C8215B3-EF89-49BF-BF56-348589165EC5}" dt="2026-05-17T16:13:39.574" v="1942" actId="22"/>
          <ac:spMkLst>
            <pc:docMk/>
            <pc:sldMk cId="0" sldId="259"/>
            <ac:spMk id="21" creationId="{24F203D1-B3B2-E269-AF07-12E9714BE5A7}"/>
          </ac:spMkLst>
        </pc:spChg>
        <pc:spChg chg="add mod">
          <ac:chgData name="Earl, Eric (NIH/NIMH) [C]" userId="e77d70f2-afe0-4c7f-bd46-1ec56f2ecd98" providerId="ADAL" clId="{8C8215B3-EF89-49BF-BF56-348589165EC5}" dt="2026-05-17T16:14:25.749" v="1950"/>
          <ac:spMkLst>
            <pc:docMk/>
            <pc:sldMk cId="0" sldId="259"/>
            <ac:spMk id="27" creationId="{5CA6584E-BDB4-325C-E993-FB76270EA301}"/>
          </ac:spMkLst>
        </pc:spChg>
      </pc:sldChg>
      <pc:sldChg chg="modSp mod">
        <pc:chgData name="Earl, Eric (NIH/NIMH) [C]" userId="e77d70f2-afe0-4c7f-bd46-1ec56f2ecd98" providerId="ADAL" clId="{8C8215B3-EF89-49BF-BF56-348589165EC5}" dt="2026-05-18T11:40:35.200" v="2253" actId="20577"/>
        <pc:sldMkLst>
          <pc:docMk/>
          <pc:sldMk cId="0" sldId="260"/>
        </pc:sldMkLst>
        <pc:spChg chg="mod">
          <ac:chgData name="Earl, Eric (NIH/NIMH) [C]" userId="e77d70f2-afe0-4c7f-bd46-1ec56f2ecd98" providerId="ADAL" clId="{8C8215B3-EF89-49BF-BF56-348589165EC5}" dt="2026-05-18T11:33:46.876" v="2139" actId="20577"/>
          <ac:spMkLst>
            <pc:docMk/>
            <pc:sldMk cId="0" sldId="260"/>
            <ac:spMk id="5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2T17:10:47.420" v="2" actId="20577"/>
          <ac:spMkLst>
            <pc:docMk/>
            <pc:sldMk cId="0" sldId="260"/>
            <ac:spMk id="26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8T11:40:35.200" v="2253" actId="20577"/>
          <ac:spMkLst>
            <pc:docMk/>
            <pc:sldMk cId="0" sldId="260"/>
            <ac:spMk id="27" creationId="{00000000-0000-0000-0000-000000000000}"/>
          </ac:spMkLst>
        </pc:spChg>
      </pc:sldChg>
      <pc:sldChg chg="modSp mod">
        <pc:chgData name="Earl, Eric (NIH/NIMH) [C]" userId="e77d70f2-afe0-4c7f-bd46-1ec56f2ecd98" providerId="ADAL" clId="{8C8215B3-EF89-49BF-BF56-348589165EC5}" dt="2026-05-18T11:40:45.554" v="2257" actId="20577"/>
        <pc:sldMkLst>
          <pc:docMk/>
          <pc:sldMk cId="0" sldId="261"/>
        </pc:sldMkLst>
        <pc:spChg chg="mod">
          <ac:chgData name="Earl, Eric (NIH/NIMH) [C]" userId="e77d70f2-afe0-4c7f-bd46-1ec56f2ecd98" providerId="ADAL" clId="{8C8215B3-EF89-49BF-BF56-348589165EC5}" dt="2026-05-17T15:56:05.497" v="1645" actId="14100"/>
          <ac:spMkLst>
            <pc:docMk/>
            <pc:sldMk cId="0" sldId="261"/>
            <ac:spMk id="6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7T15:44:57.854" v="1411" actId="20577"/>
          <ac:spMkLst>
            <pc:docMk/>
            <pc:sldMk cId="0" sldId="261"/>
            <ac:spMk id="9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7T15:48:50.360" v="1585" actId="6549"/>
          <ac:spMkLst>
            <pc:docMk/>
            <pc:sldMk cId="0" sldId="261"/>
            <ac:spMk id="10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7T15:47:16.016" v="1473" actId="20577"/>
          <ac:spMkLst>
            <pc:docMk/>
            <pc:sldMk cId="0" sldId="261"/>
            <ac:spMk id="13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7T15:58:44.574" v="1769" actId="6549"/>
          <ac:spMkLst>
            <pc:docMk/>
            <pc:sldMk cId="0" sldId="261"/>
            <ac:spMk id="14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7T15:47:23.974" v="1484" actId="20577"/>
          <ac:spMkLst>
            <pc:docMk/>
            <pc:sldMk cId="0" sldId="261"/>
            <ac:spMk id="17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8T11:01:14.798" v="1984" actId="20577"/>
          <ac:spMkLst>
            <pc:docMk/>
            <pc:sldMk cId="0" sldId="261"/>
            <ac:spMk id="18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7T15:47:48.952" v="1506" actId="20577"/>
          <ac:spMkLst>
            <pc:docMk/>
            <pc:sldMk cId="0" sldId="261"/>
            <ac:spMk id="21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7T15:59:45.686" v="1792" actId="20577"/>
          <ac:spMkLst>
            <pc:docMk/>
            <pc:sldMk cId="0" sldId="261"/>
            <ac:spMk id="22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7T15:47:57.685" v="1531" actId="20577"/>
          <ac:spMkLst>
            <pc:docMk/>
            <pc:sldMk cId="0" sldId="261"/>
            <ac:spMk id="25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7T15:56:43.119" v="1684" actId="20577"/>
          <ac:spMkLst>
            <pc:docMk/>
            <pc:sldMk cId="0" sldId="261"/>
            <ac:spMk id="26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7T15:58:37.351" v="1768" actId="20577"/>
          <ac:spMkLst>
            <pc:docMk/>
            <pc:sldMk cId="0" sldId="261"/>
            <ac:spMk id="30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8T11:40:45.554" v="2257" actId="20577"/>
          <ac:spMkLst>
            <pc:docMk/>
            <pc:sldMk cId="0" sldId="261"/>
            <ac:spMk id="31" creationId="{00000000-0000-0000-0000-000000000000}"/>
          </ac:spMkLst>
        </pc:spChg>
      </pc:sldChg>
      <pc:sldChg chg="addSp modSp mod">
        <pc:chgData name="Earl, Eric (NIH/NIMH) [C]" userId="e77d70f2-afe0-4c7f-bd46-1ec56f2ecd98" providerId="ADAL" clId="{8C8215B3-EF89-49BF-BF56-348589165EC5}" dt="2026-05-18T11:40:56.684" v="2261" actId="20577"/>
        <pc:sldMkLst>
          <pc:docMk/>
          <pc:sldMk cId="0" sldId="262"/>
        </pc:sldMkLst>
        <pc:spChg chg="mod">
          <ac:chgData name="Earl, Eric (NIH/NIMH) [C]" userId="e77d70f2-afe0-4c7f-bd46-1ec56f2ecd98" providerId="ADAL" clId="{8C8215B3-EF89-49BF-BF56-348589165EC5}" dt="2026-05-18T11:34:11.116" v="2147" actId="20577"/>
          <ac:spMkLst>
            <pc:docMk/>
            <pc:sldMk cId="0" sldId="262"/>
            <ac:spMk id="5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8T11:40:56.684" v="2261" actId="20577"/>
          <ac:spMkLst>
            <pc:docMk/>
            <pc:sldMk cId="0" sldId="262"/>
            <ac:spMk id="13" creationId="{00000000-0000-0000-0000-000000000000}"/>
          </ac:spMkLst>
        </pc:spChg>
        <pc:spChg chg="add mod">
          <ac:chgData name="Earl, Eric (NIH/NIMH) [C]" userId="e77d70f2-afe0-4c7f-bd46-1ec56f2ecd98" providerId="ADAL" clId="{8C8215B3-EF89-49BF-BF56-348589165EC5}" dt="2026-05-17T16:15:31.238" v="1956" actId="6549"/>
          <ac:spMkLst>
            <pc:docMk/>
            <pc:sldMk cId="0" sldId="262"/>
            <ac:spMk id="14" creationId="{46A687AA-88ED-5032-8216-20CE3D95EA9D}"/>
          </ac:spMkLst>
        </pc:spChg>
      </pc:sldChg>
      <pc:sldChg chg="modSp mod">
        <pc:chgData name="Earl, Eric (NIH/NIMH) [C]" userId="e77d70f2-afe0-4c7f-bd46-1ec56f2ecd98" providerId="ADAL" clId="{8C8215B3-EF89-49BF-BF56-348589165EC5}" dt="2026-05-18T11:41:05.601" v="2265" actId="20577"/>
        <pc:sldMkLst>
          <pc:docMk/>
          <pc:sldMk cId="0" sldId="263"/>
        </pc:sldMkLst>
        <pc:spChg chg="mod">
          <ac:chgData name="Earl, Eric (NIH/NIMH) [C]" userId="e77d70f2-afe0-4c7f-bd46-1ec56f2ecd98" providerId="ADAL" clId="{8C8215B3-EF89-49BF-BF56-348589165EC5}" dt="2026-05-18T11:34:30.966" v="2154" actId="20577"/>
          <ac:spMkLst>
            <pc:docMk/>
            <pc:sldMk cId="0" sldId="263"/>
            <ac:spMk id="5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8T11:02:02.054" v="1985" actId="20577"/>
          <ac:spMkLst>
            <pc:docMk/>
            <pc:sldMk cId="0" sldId="263"/>
            <ac:spMk id="10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8T11:02:04.631" v="1986" actId="6549"/>
          <ac:spMkLst>
            <pc:docMk/>
            <pc:sldMk cId="0" sldId="263"/>
            <ac:spMk id="15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8T11:02:08.502" v="1988" actId="6549"/>
          <ac:spMkLst>
            <pc:docMk/>
            <pc:sldMk cId="0" sldId="263"/>
            <ac:spMk id="20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8T11:02:06.265" v="1987" actId="6549"/>
          <ac:spMkLst>
            <pc:docMk/>
            <pc:sldMk cId="0" sldId="263"/>
            <ac:spMk id="25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8T11:41:05.601" v="2265" actId="20577"/>
          <ac:spMkLst>
            <pc:docMk/>
            <pc:sldMk cId="0" sldId="263"/>
            <ac:spMk id="26" creationId="{00000000-0000-0000-0000-000000000000}"/>
          </ac:spMkLst>
        </pc:spChg>
      </pc:sldChg>
      <pc:sldChg chg="modSp mod">
        <pc:chgData name="Earl, Eric (NIH/NIMH) [C]" userId="e77d70f2-afe0-4c7f-bd46-1ec56f2ecd98" providerId="ADAL" clId="{8C8215B3-EF89-49BF-BF56-348589165EC5}" dt="2026-05-18T11:41:14.683" v="2269" actId="20577"/>
        <pc:sldMkLst>
          <pc:docMk/>
          <pc:sldMk cId="0" sldId="264"/>
        </pc:sldMkLst>
        <pc:spChg chg="mod">
          <ac:chgData name="Earl, Eric (NIH/NIMH) [C]" userId="e77d70f2-afe0-4c7f-bd46-1ec56f2ecd98" providerId="ADAL" clId="{8C8215B3-EF89-49BF-BF56-348589165EC5}" dt="2026-05-18T11:41:14.683" v="2269" actId="20577"/>
          <ac:spMkLst>
            <pc:docMk/>
            <pc:sldMk cId="0" sldId="264"/>
            <ac:spMk id="9" creationId="{00000000-0000-0000-0000-000000000000}"/>
          </ac:spMkLst>
        </pc:spChg>
      </pc:sldChg>
      <pc:sldChg chg="addSp modSp mod">
        <pc:chgData name="Earl, Eric (NIH/NIMH) [C]" userId="e77d70f2-afe0-4c7f-bd46-1ec56f2ecd98" providerId="ADAL" clId="{8C8215B3-EF89-49BF-BF56-348589165EC5}" dt="2026-05-18T11:41:22.350" v="2273" actId="20577"/>
        <pc:sldMkLst>
          <pc:docMk/>
          <pc:sldMk cId="0" sldId="265"/>
        </pc:sldMkLst>
        <pc:spChg chg="mod">
          <ac:chgData name="Earl, Eric (NIH/NIMH) [C]" userId="e77d70f2-afe0-4c7f-bd46-1ec56f2ecd98" providerId="ADAL" clId="{8C8215B3-EF89-49BF-BF56-348589165EC5}" dt="2026-05-18T11:35:21.783" v="2162" actId="20577"/>
          <ac:spMkLst>
            <pc:docMk/>
            <pc:sldMk cId="0" sldId="265"/>
            <ac:spMk id="5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7T16:09:50.694" v="1923" actId="14100"/>
          <ac:spMkLst>
            <pc:docMk/>
            <pc:sldMk cId="0" sldId="265"/>
            <ac:spMk id="7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7T16:09:22.053" v="1921" actId="14100"/>
          <ac:spMkLst>
            <pc:docMk/>
            <pc:sldMk cId="0" sldId="265"/>
            <ac:spMk id="8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7T16:09:43.733" v="1922" actId="14100"/>
          <ac:spMkLst>
            <pc:docMk/>
            <pc:sldMk cId="0" sldId="265"/>
            <ac:spMk id="9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7T16:07:47.788" v="1915" actId="20577"/>
          <ac:spMkLst>
            <pc:docMk/>
            <pc:sldMk cId="0" sldId="265"/>
            <ac:spMk id="10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8T11:03:05.996" v="2003" actId="20577"/>
          <ac:spMkLst>
            <pc:docMk/>
            <pc:sldMk cId="0" sldId="265"/>
            <ac:spMk id="11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7T16:10:25.387" v="1934" actId="20577"/>
          <ac:spMkLst>
            <pc:docMk/>
            <pc:sldMk cId="0" sldId="265"/>
            <ac:spMk id="12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7T16:10:07.204" v="1925" actId="14100"/>
          <ac:spMkLst>
            <pc:docMk/>
            <pc:sldMk cId="0" sldId="265"/>
            <ac:spMk id="13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7T16:10:02.339" v="1924" actId="1076"/>
          <ac:spMkLst>
            <pc:docMk/>
            <pc:sldMk cId="0" sldId="265"/>
            <ac:spMk id="14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7T16:10:13.147" v="1926" actId="14100"/>
          <ac:spMkLst>
            <pc:docMk/>
            <pc:sldMk cId="0" sldId="265"/>
            <ac:spMk id="16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8T11:41:22.350" v="2273" actId="20577"/>
          <ac:spMkLst>
            <pc:docMk/>
            <pc:sldMk cId="0" sldId="265"/>
            <ac:spMk id="17" creationId="{00000000-0000-0000-0000-000000000000}"/>
          </ac:spMkLst>
        </pc:spChg>
        <pc:spChg chg="add mod">
          <ac:chgData name="Earl, Eric (NIH/NIMH) [C]" userId="e77d70f2-afe0-4c7f-bd46-1ec56f2ecd98" providerId="ADAL" clId="{8C8215B3-EF89-49BF-BF56-348589165EC5}" dt="2026-05-17T16:11:32.087" v="1940" actId="6549"/>
          <ac:spMkLst>
            <pc:docMk/>
            <pc:sldMk cId="0" sldId="265"/>
            <ac:spMk id="18" creationId="{9E61C49C-548A-688F-8FA1-D2DF11AD783B}"/>
          </ac:spMkLst>
        </pc:spChg>
      </pc:sldChg>
      <pc:sldChg chg="modSp mod">
        <pc:chgData name="Earl, Eric (NIH/NIMH) [C]" userId="e77d70f2-afe0-4c7f-bd46-1ec56f2ecd98" providerId="ADAL" clId="{8C8215B3-EF89-49BF-BF56-348589165EC5}" dt="2026-05-18T11:41:30.659" v="2277" actId="20577"/>
        <pc:sldMkLst>
          <pc:docMk/>
          <pc:sldMk cId="0" sldId="266"/>
        </pc:sldMkLst>
        <pc:spChg chg="mod">
          <ac:chgData name="Earl, Eric (NIH/NIMH) [C]" userId="e77d70f2-afe0-4c7f-bd46-1ec56f2ecd98" providerId="ADAL" clId="{8C8215B3-EF89-49BF-BF56-348589165EC5}" dt="2026-05-18T11:35:42.673" v="2169" actId="20577"/>
          <ac:spMkLst>
            <pc:docMk/>
            <pc:sldMk cId="0" sldId="266"/>
            <ac:spMk id="5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2T17:15:05.675" v="90" actId="20577"/>
          <ac:spMkLst>
            <pc:docMk/>
            <pc:sldMk cId="0" sldId="266"/>
            <ac:spMk id="9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8T11:04:58.833" v="2021" actId="20577"/>
          <ac:spMkLst>
            <pc:docMk/>
            <pc:sldMk cId="0" sldId="266"/>
            <ac:spMk id="25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8T11:04:30.365" v="2007" actId="20577"/>
          <ac:spMkLst>
            <pc:docMk/>
            <pc:sldMk cId="0" sldId="266"/>
            <ac:spMk id="27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8T11:41:30.659" v="2277" actId="20577"/>
          <ac:spMkLst>
            <pc:docMk/>
            <pc:sldMk cId="0" sldId="266"/>
            <ac:spMk id="28" creationId="{00000000-0000-0000-0000-000000000000}"/>
          </ac:spMkLst>
        </pc:spChg>
      </pc:sldChg>
      <pc:sldChg chg="modSp mod">
        <pc:chgData name="Earl, Eric (NIH/NIMH) [C]" userId="e77d70f2-afe0-4c7f-bd46-1ec56f2ecd98" providerId="ADAL" clId="{8C8215B3-EF89-49BF-BF56-348589165EC5}" dt="2026-05-18T11:41:38.033" v="2281" actId="20577"/>
        <pc:sldMkLst>
          <pc:docMk/>
          <pc:sldMk cId="0" sldId="267"/>
        </pc:sldMkLst>
        <pc:spChg chg="mod">
          <ac:chgData name="Earl, Eric (NIH/NIMH) [C]" userId="e77d70f2-afe0-4c7f-bd46-1ec56f2ecd98" providerId="ADAL" clId="{8C8215B3-EF89-49BF-BF56-348589165EC5}" dt="2026-05-18T11:41:38.033" v="2281" actId="20577"/>
          <ac:spMkLst>
            <pc:docMk/>
            <pc:sldMk cId="0" sldId="267"/>
            <ac:spMk id="27" creationId="{00000000-0000-0000-0000-000000000000}"/>
          </ac:spMkLst>
        </pc:spChg>
      </pc:sldChg>
      <pc:sldChg chg="addSp delSp modSp mod">
        <pc:chgData name="Earl, Eric (NIH/NIMH) [C]" userId="e77d70f2-afe0-4c7f-bd46-1ec56f2ecd98" providerId="ADAL" clId="{8C8215B3-EF89-49BF-BF56-348589165EC5}" dt="2026-05-18T11:41:47.107" v="2285" actId="20577"/>
        <pc:sldMkLst>
          <pc:docMk/>
          <pc:sldMk cId="0" sldId="268"/>
        </pc:sldMkLst>
        <pc:spChg chg="mod">
          <ac:chgData name="Earl, Eric (NIH/NIMH) [C]" userId="e77d70f2-afe0-4c7f-bd46-1ec56f2ecd98" providerId="ADAL" clId="{8C8215B3-EF89-49BF-BF56-348589165EC5}" dt="2026-05-18T11:37:05.500" v="2182" actId="20577"/>
          <ac:spMkLst>
            <pc:docMk/>
            <pc:sldMk cId="0" sldId="268"/>
            <ac:spMk id="5" creationId="{00000000-0000-0000-0000-000000000000}"/>
          </ac:spMkLst>
        </pc:spChg>
        <pc:spChg chg="del">
          <ac:chgData name="Earl, Eric (NIH/NIMH) [C]" userId="e77d70f2-afe0-4c7f-bd46-1ec56f2ecd98" providerId="ADAL" clId="{8C8215B3-EF89-49BF-BF56-348589165EC5}" dt="2026-05-18T11:11:08.499" v="2024" actId="478"/>
          <ac:spMkLst>
            <pc:docMk/>
            <pc:sldMk cId="0" sldId="268"/>
            <ac:spMk id="28" creationId="{00000000-0000-0000-0000-000000000000}"/>
          </ac:spMkLst>
        </pc:spChg>
        <pc:spChg chg="del">
          <ac:chgData name="Earl, Eric (NIH/NIMH) [C]" userId="e77d70f2-afe0-4c7f-bd46-1ec56f2ecd98" providerId="ADAL" clId="{8C8215B3-EF89-49BF-BF56-348589165EC5}" dt="2026-05-18T11:11:08.499" v="2024" actId="478"/>
          <ac:spMkLst>
            <pc:docMk/>
            <pc:sldMk cId="0" sldId="268"/>
            <ac:spMk id="29" creationId="{00000000-0000-0000-0000-000000000000}"/>
          </ac:spMkLst>
        </pc:spChg>
        <pc:spChg chg="del">
          <ac:chgData name="Earl, Eric (NIH/NIMH) [C]" userId="e77d70f2-afe0-4c7f-bd46-1ec56f2ecd98" providerId="ADAL" clId="{8C8215B3-EF89-49BF-BF56-348589165EC5}" dt="2026-05-18T11:11:08.499" v="2024" actId="478"/>
          <ac:spMkLst>
            <pc:docMk/>
            <pc:sldMk cId="0" sldId="268"/>
            <ac:spMk id="30" creationId="{00000000-0000-0000-0000-000000000000}"/>
          </ac:spMkLst>
        </pc:spChg>
        <pc:spChg chg="del">
          <ac:chgData name="Earl, Eric (NIH/NIMH) [C]" userId="e77d70f2-afe0-4c7f-bd46-1ec56f2ecd98" providerId="ADAL" clId="{8C8215B3-EF89-49BF-BF56-348589165EC5}" dt="2026-05-18T11:11:08.499" v="2024" actId="478"/>
          <ac:spMkLst>
            <pc:docMk/>
            <pc:sldMk cId="0" sldId="268"/>
            <ac:spMk id="31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8T11:11:25.434" v="2025" actId="1076"/>
          <ac:spMkLst>
            <pc:docMk/>
            <pc:sldMk cId="0" sldId="268"/>
            <ac:spMk id="32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8T11:11:25.434" v="2025" actId="1076"/>
          <ac:spMkLst>
            <pc:docMk/>
            <pc:sldMk cId="0" sldId="268"/>
            <ac:spMk id="33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8T11:11:25.434" v="2025" actId="1076"/>
          <ac:spMkLst>
            <pc:docMk/>
            <pc:sldMk cId="0" sldId="268"/>
            <ac:spMk id="34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8T11:11:25.434" v="2025" actId="1076"/>
          <ac:spMkLst>
            <pc:docMk/>
            <pc:sldMk cId="0" sldId="268"/>
            <ac:spMk id="35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8T11:41:47.107" v="2285" actId="20577"/>
          <ac:spMkLst>
            <pc:docMk/>
            <pc:sldMk cId="0" sldId="268"/>
            <ac:spMk id="36" creationId="{00000000-0000-0000-0000-000000000000}"/>
          </ac:spMkLst>
        </pc:spChg>
        <pc:spChg chg="add mod">
          <ac:chgData name="Earl, Eric (NIH/NIMH) [C]" userId="e77d70f2-afe0-4c7f-bd46-1ec56f2ecd98" providerId="ADAL" clId="{8C8215B3-EF89-49BF-BF56-348589165EC5}" dt="2026-05-18T11:12:28.299" v="2031" actId="6549"/>
          <ac:spMkLst>
            <pc:docMk/>
            <pc:sldMk cId="0" sldId="268"/>
            <ac:spMk id="37" creationId="{07B2A5EC-C936-B606-9C35-FF7D4F98CE37}"/>
          </ac:spMkLst>
        </pc:spChg>
      </pc:sldChg>
      <pc:sldChg chg="addSp modSp mod">
        <pc:chgData name="Earl, Eric (NIH/NIMH) [C]" userId="e77d70f2-afe0-4c7f-bd46-1ec56f2ecd98" providerId="ADAL" clId="{8C8215B3-EF89-49BF-BF56-348589165EC5}" dt="2026-05-18T11:41:56.558" v="2289" actId="20577"/>
        <pc:sldMkLst>
          <pc:docMk/>
          <pc:sldMk cId="0" sldId="269"/>
        </pc:sldMkLst>
        <pc:spChg chg="mod">
          <ac:chgData name="Earl, Eric (NIH/NIMH) [C]" userId="e77d70f2-afe0-4c7f-bd46-1ec56f2ecd98" providerId="ADAL" clId="{8C8215B3-EF89-49BF-BF56-348589165EC5}" dt="2026-05-18T11:37:23.952" v="2191" actId="20577"/>
          <ac:spMkLst>
            <pc:docMk/>
            <pc:sldMk cId="0" sldId="269"/>
            <ac:spMk id="5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8T11:22:42.165" v="2043" actId="14100"/>
          <ac:spMkLst>
            <pc:docMk/>
            <pc:sldMk cId="0" sldId="269"/>
            <ac:spMk id="6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8T11:22:37.467" v="2042" actId="14100"/>
          <ac:spMkLst>
            <pc:docMk/>
            <pc:sldMk cId="0" sldId="269"/>
            <ac:spMk id="7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8T11:21:20.703" v="2038" actId="14100"/>
          <ac:spMkLst>
            <pc:docMk/>
            <pc:sldMk cId="0" sldId="269"/>
            <ac:spMk id="8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8T11:21:29.205" v="2039" actId="14100"/>
          <ac:spMkLst>
            <pc:docMk/>
            <pc:sldMk cId="0" sldId="269"/>
            <ac:spMk id="9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8T11:20:44.707" v="2035" actId="14100"/>
          <ac:spMkLst>
            <pc:docMk/>
            <pc:sldMk cId="0" sldId="269"/>
            <ac:spMk id="10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8T11:20:58.999" v="2036" actId="1076"/>
          <ac:spMkLst>
            <pc:docMk/>
            <pc:sldMk cId="0" sldId="269"/>
            <ac:spMk id="11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8T11:20:26.829" v="2034" actId="14100"/>
          <ac:spMkLst>
            <pc:docMk/>
            <pc:sldMk cId="0" sldId="269"/>
            <ac:spMk id="13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8T11:20:58.999" v="2036" actId="1076"/>
          <ac:spMkLst>
            <pc:docMk/>
            <pc:sldMk cId="0" sldId="269"/>
            <ac:spMk id="14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8T11:20:58.999" v="2036" actId="1076"/>
          <ac:spMkLst>
            <pc:docMk/>
            <pc:sldMk cId="0" sldId="269"/>
            <ac:spMk id="15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8T11:20:58.999" v="2036" actId="1076"/>
          <ac:spMkLst>
            <pc:docMk/>
            <pc:sldMk cId="0" sldId="269"/>
            <ac:spMk id="17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8T11:20:26.829" v="2034" actId="14100"/>
          <ac:spMkLst>
            <pc:docMk/>
            <pc:sldMk cId="0" sldId="269"/>
            <ac:spMk id="18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8T11:20:58.999" v="2036" actId="1076"/>
          <ac:spMkLst>
            <pc:docMk/>
            <pc:sldMk cId="0" sldId="269"/>
            <ac:spMk id="19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8T11:20:58.999" v="2036" actId="1076"/>
          <ac:spMkLst>
            <pc:docMk/>
            <pc:sldMk cId="0" sldId="269"/>
            <ac:spMk id="20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8T11:20:26.829" v="2034" actId="14100"/>
          <ac:spMkLst>
            <pc:docMk/>
            <pc:sldMk cId="0" sldId="269"/>
            <ac:spMk id="21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8T11:20:26.829" v="2034" actId="14100"/>
          <ac:spMkLst>
            <pc:docMk/>
            <pc:sldMk cId="0" sldId="269"/>
            <ac:spMk id="22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8T11:20:58.999" v="2036" actId="1076"/>
          <ac:spMkLst>
            <pc:docMk/>
            <pc:sldMk cId="0" sldId="269"/>
            <ac:spMk id="23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8T11:20:58.999" v="2036" actId="1076"/>
          <ac:spMkLst>
            <pc:docMk/>
            <pc:sldMk cId="0" sldId="269"/>
            <ac:spMk id="24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8T11:20:58.999" v="2036" actId="1076"/>
          <ac:spMkLst>
            <pc:docMk/>
            <pc:sldMk cId="0" sldId="269"/>
            <ac:spMk id="25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8T11:20:58.999" v="2036" actId="1076"/>
          <ac:spMkLst>
            <pc:docMk/>
            <pc:sldMk cId="0" sldId="269"/>
            <ac:spMk id="26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8T11:41:56.558" v="2289" actId="20577"/>
          <ac:spMkLst>
            <pc:docMk/>
            <pc:sldMk cId="0" sldId="269"/>
            <ac:spMk id="27" creationId="{00000000-0000-0000-0000-000000000000}"/>
          </ac:spMkLst>
        </pc:spChg>
        <pc:spChg chg="add mod">
          <ac:chgData name="Earl, Eric (NIH/NIMH) [C]" userId="e77d70f2-afe0-4c7f-bd46-1ec56f2ecd98" providerId="ADAL" clId="{8C8215B3-EF89-49BF-BF56-348589165EC5}" dt="2026-05-18T11:24:51.496" v="2088" actId="1076"/>
          <ac:spMkLst>
            <pc:docMk/>
            <pc:sldMk cId="0" sldId="269"/>
            <ac:spMk id="28" creationId="{AE6523CB-7ACE-EAB9-25EA-C4B0B8C7AFEA}"/>
          </ac:spMkLst>
        </pc:spChg>
      </pc:sldChg>
      <pc:sldChg chg="modSp mod">
        <pc:chgData name="Earl, Eric (NIH/NIMH) [C]" userId="e77d70f2-afe0-4c7f-bd46-1ec56f2ecd98" providerId="ADAL" clId="{8C8215B3-EF89-49BF-BF56-348589165EC5}" dt="2026-05-18T11:42:06.733" v="2293" actId="20577"/>
        <pc:sldMkLst>
          <pc:docMk/>
          <pc:sldMk cId="0" sldId="270"/>
        </pc:sldMkLst>
        <pc:spChg chg="mod">
          <ac:chgData name="Earl, Eric (NIH/NIMH) [C]" userId="e77d70f2-afe0-4c7f-bd46-1ec56f2ecd98" providerId="ADAL" clId="{8C8215B3-EF89-49BF-BF56-348589165EC5}" dt="2026-05-12T17:19:02.835" v="135" actId="20577"/>
          <ac:spMkLst>
            <pc:docMk/>
            <pc:sldMk cId="0" sldId="270"/>
            <ac:spMk id="19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2T17:19:21.441" v="146" actId="20577"/>
          <ac:spMkLst>
            <pc:docMk/>
            <pc:sldMk cId="0" sldId="270"/>
            <ac:spMk id="25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8T11:42:06.733" v="2293" actId="20577"/>
          <ac:spMkLst>
            <pc:docMk/>
            <pc:sldMk cId="0" sldId="270"/>
            <ac:spMk id="32" creationId="{00000000-0000-0000-0000-000000000000}"/>
          </ac:spMkLst>
        </pc:spChg>
      </pc:sldChg>
      <pc:sldChg chg="addSp modSp mod">
        <pc:chgData name="Earl, Eric (NIH/NIMH) [C]" userId="e77d70f2-afe0-4c7f-bd46-1ec56f2ecd98" providerId="ADAL" clId="{8C8215B3-EF89-49BF-BF56-348589165EC5}" dt="2026-05-18T11:42:14.133" v="2297" actId="20577"/>
        <pc:sldMkLst>
          <pc:docMk/>
          <pc:sldMk cId="0" sldId="271"/>
        </pc:sldMkLst>
        <pc:spChg chg="mod">
          <ac:chgData name="Earl, Eric (NIH/NIMH) [C]" userId="e77d70f2-afe0-4c7f-bd46-1ec56f2ecd98" providerId="ADAL" clId="{8C8215B3-EF89-49BF-BF56-348589165EC5}" dt="2026-05-18T11:26:42.737" v="2112" actId="6549"/>
          <ac:spMkLst>
            <pc:docMk/>
            <pc:sldMk cId="0" sldId="271"/>
            <ac:spMk id="3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8T11:37:46.450" v="2200" actId="20577"/>
          <ac:spMkLst>
            <pc:docMk/>
            <pc:sldMk cId="0" sldId="271"/>
            <ac:spMk id="5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8T11:42:14.133" v="2297" actId="20577"/>
          <ac:spMkLst>
            <pc:docMk/>
            <pc:sldMk cId="0" sldId="271"/>
            <ac:spMk id="38" creationId="{00000000-0000-0000-0000-000000000000}"/>
          </ac:spMkLst>
        </pc:spChg>
        <pc:spChg chg="add mod">
          <ac:chgData name="Earl, Eric (NIH/NIMH) [C]" userId="e77d70f2-afe0-4c7f-bd46-1ec56f2ecd98" providerId="ADAL" clId="{8C8215B3-EF89-49BF-BF56-348589165EC5}" dt="2026-05-18T11:31:43.949" v="2123" actId="6549"/>
          <ac:spMkLst>
            <pc:docMk/>
            <pc:sldMk cId="0" sldId="271"/>
            <ac:spMk id="39" creationId="{E0108CC5-B83F-6D72-7E9B-BD0365CC7AFC}"/>
          </ac:spMkLst>
        </pc:spChg>
      </pc:sldChg>
      <pc:sldChg chg="del">
        <pc:chgData name="Earl, Eric (NIH/NIMH) [C]" userId="e77d70f2-afe0-4c7f-bd46-1ec56f2ecd98" providerId="ADAL" clId="{8C8215B3-EF89-49BF-BF56-348589165EC5}" dt="2026-05-12T17:21:07.008" v="147" actId="47"/>
        <pc:sldMkLst>
          <pc:docMk/>
          <pc:sldMk cId="0" sldId="272"/>
        </pc:sldMkLst>
      </pc:sldChg>
      <pc:sldChg chg="del">
        <pc:chgData name="Earl, Eric (NIH/NIMH) [C]" userId="e77d70f2-afe0-4c7f-bd46-1ec56f2ecd98" providerId="ADAL" clId="{8C8215B3-EF89-49BF-BF56-348589165EC5}" dt="2026-05-12T17:33:50.342" v="205" actId="47"/>
        <pc:sldMkLst>
          <pc:docMk/>
          <pc:sldMk cId="0" sldId="273"/>
        </pc:sldMkLst>
      </pc:sldChg>
      <pc:sldChg chg="addSp delSp modSp mod">
        <pc:chgData name="Earl, Eric (NIH/NIMH) [C]" userId="e77d70f2-afe0-4c7f-bd46-1ec56f2ecd98" providerId="ADAL" clId="{8C8215B3-EF89-49BF-BF56-348589165EC5}" dt="2026-05-18T11:42:19.883" v="2301" actId="20577"/>
        <pc:sldMkLst>
          <pc:docMk/>
          <pc:sldMk cId="0" sldId="274"/>
        </pc:sldMkLst>
        <pc:spChg chg="mod">
          <ac:chgData name="Earl, Eric (NIH/NIMH) [C]" userId="e77d70f2-afe0-4c7f-bd46-1ec56f2ecd98" providerId="ADAL" clId="{8C8215B3-EF89-49BF-BF56-348589165EC5}" dt="2026-05-12T17:34:01.928" v="212" actId="20577"/>
          <ac:spMkLst>
            <pc:docMk/>
            <pc:sldMk cId="0" sldId="274"/>
            <ac:spMk id="3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2T17:34:18.309" v="238" actId="20577"/>
          <ac:spMkLst>
            <pc:docMk/>
            <pc:sldMk cId="0" sldId="274"/>
            <ac:spMk id="5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2T17:37:22.902" v="335" actId="113"/>
          <ac:spMkLst>
            <pc:docMk/>
            <pc:sldMk cId="0" sldId="274"/>
            <ac:spMk id="10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2T17:36:43.548" v="289" actId="6549"/>
          <ac:spMkLst>
            <pc:docMk/>
            <pc:sldMk cId="0" sldId="274"/>
            <ac:spMk id="15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8T11:38:03.350" v="2201" actId="20577"/>
          <ac:spMkLst>
            <pc:docMk/>
            <pc:sldMk cId="0" sldId="274"/>
            <ac:spMk id="20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8T11:38:18.649" v="2216" actId="20577"/>
          <ac:spMkLst>
            <pc:docMk/>
            <pc:sldMk cId="0" sldId="274"/>
            <ac:spMk id="25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2T17:36:17.988" v="268" actId="113"/>
          <ac:spMkLst>
            <pc:docMk/>
            <pc:sldMk cId="0" sldId="274"/>
            <ac:spMk id="30" creationId="{00000000-0000-0000-0000-000000000000}"/>
          </ac:spMkLst>
        </pc:spChg>
        <pc:spChg chg="mod">
          <ac:chgData name="Earl, Eric (NIH/NIMH) [C]" userId="e77d70f2-afe0-4c7f-bd46-1ec56f2ecd98" providerId="ADAL" clId="{8C8215B3-EF89-49BF-BF56-348589165EC5}" dt="2026-05-18T11:42:19.883" v="2301" actId="20577"/>
          <ac:spMkLst>
            <pc:docMk/>
            <pc:sldMk cId="0" sldId="274"/>
            <ac:spMk id="36" creationId="{00000000-0000-0000-0000-000000000000}"/>
          </ac:spMkLst>
        </pc:spChg>
      </pc:sldChg>
      <pc:sldChg chg="addSp delSp modSp del mod">
        <pc:chgData name="Earl, Eric (NIH/NIMH) [C]" userId="e77d70f2-afe0-4c7f-bd46-1ec56f2ecd98" providerId="ADAL" clId="{8C8215B3-EF89-49BF-BF56-348589165EC5}" dt="2026-05-18T11:28:31.183" v="2113" actId="47"/>
        <pc:sldMkLst>
          <pc:docMk/>
          <pc:sldMk cId="0" sldId="275"/>
        </pc:sldMkLst>
      </pc:sldChg>
      <pc:sldChg chg="modSp del mod">
        <pc:chgData name="Earl, Eric (NIH/NIMH) [C]" userId="e77d70f2-afe0-4c7f-bd46-1ec56f2ecd98" providerId="ADAL" clId="{8C8215B3-EF89-49BF-BF56-348589165EC5}" dt="2026-05-18T11:28:39.570" v="2114" actId="47"/>
        <pc:sldMkLst>
          <pc:docMk/>
          <pc:sldMk cId="0" sldId="276"/>
        </pc:sldMkLst>
      </pc:sldChg>
      <pc:sldChg chg="addSp delSp modSp del mod">
        <pc:chgData name="Earl, Eric (NIH/NIMH) [C]" userId="e77d70f2-afe0-4c7f-bd46-1ec56f2ecd98" providerId="ADAL" clId="{8C8215B3-EF89-49BF-BF56-348589165EC5}" dt="2026-05-18T11:29:15.606" v="2117" actId="47"/>
        <pc:sldMkLst>
          <pc:docMk/>
          <pc:sldMk cId="0" sldId="277"/>
        </pc:sldMkLst>
        <pc:spChg chg="add del">
          <ac:chgData name="Earl, Eric (NIH/NIMH) [C]" userId="e77d70f2-afe0-4c7f-bd46-1ec56f2ecd98" providerId="ADAL" clId="{8C8215B3-EF89-49BF-BF56-348589165EC5}" dt="2026-05-18T11:28:51.482" v="2116" actId="478"/>
          <ac:spMkLst>
            <pc:docMk/>
            <pc:sldMk cId="0" sldId="277"/>
            <ac:spMk id="22" creationId="{00000000-0000-0000-0000-000000000000}"/>
          </ac:spMkLst>
        </pc:spChg>
        <pc:spChg chg="add del">
          <ac:chgData name="Earl, Eric (NIH/NIMH) [C]" userId="e77d70f2-afe0-4c7f-bd46-1ec56f2ecd98" providerId="ADAL" clId="{8C8215B3-EF89-49BF-BF56-348589165EC5}" dt="2026-05-18T11:28:51.482" v="2116" actId="478"/>
          <ac:spMkLst>
            <pc:docMk/>
            <pc:sldMk cId="0" sldId="277"/>
            <ac:spMk id="23" creationId="{00000000-0000-0000-0000-000000000000}"/>
          </ac:spMkLst>
        </pc:spChg>
        <pc:spChg chg="add del">
          <ac:chgData name="Earl, Eric (NIH/NIMH) [C]" userId="e77d70f2-afe0-4c7f-bd46-1ec56f2ecd98" providerId="ADAL" clId="{8C8215B3-EF89-49BF-BF56-348589165EC5}" dt="2026-05-18T11:28:51.482" v="2116" actId="478"/>
          <ac:spMkLst>
            <pc:docMk/>
            <pc:sldMk cId="0" sldId="277"/>
            <ac:spMk id="24" creationId="{00000000-0000-0000-0000-000000000000}"/>
          </ac:spMkLst>
        </pc:spChg>
        <pc:spChg chg="add del mod">
          <ac:chgData name="Earl, Eric (NIH/NIMH) [C]" userId="e77d70f2-afe0-4c7f-bd46-1ec56f2ecd98" providerId="ADAL" clId="{8C8215B3-EF89-49BF-BF56-348589165EC5}" dt="2026-05-18T11:28:51.482" v="2116" actId="478"/>
          <ac:spMkLst>
            <pc:docMk/>
            <pc:sldMk cId="0" sldId="277"/>
            <ac:spMk id="25" creationId="{00000000-0000-0000-0000-000000000000}"/>
          </ac:spMkLst>
        </pc:spChg>
        <pc:spChg chg="add del">
          <ac:chgData name="Earl, Eric (NIH/NIMH) [C]" userId="e77d70f2-afe0-4c7f-bd46-1ec56f2ecd98" providerId="ADAL" clId="{8C8215B3-EF89-49BF-BF56-348589165EC5}" dt="2026-05-18T11:28:51.482" v="2116" actId="478"/>
          <ac:spMkLst>
            <pc:docMk/>
            <pc:sldMk cId="0" sldId="277"/>
            <ac:spMk id="27" creationId="{00000000-0000-0000-0000-000000000000}"/>
          </ac:spMkLst>
        </pc:spChg>
        <pc:spChg chg="add del">
          <ac:chgData name="Earl, Eric (NIH/NIMH) [C]" userId="e77d70f2-afe0-4c7f-bd46-1ec56f2ecd98" providerId="ADAL" clId="{8C8215B3-EF89-49BF-BF56-348589165EC5}" dt="2026-05-18T11:28:51.482" v="2116" actId="478"/>
          <ac:spMkLst>
            <pc:docMk/>
            <pc:sldMk cId="0" sldId="277"/>
            <ac:spMk id="29" creationId="{00000000-0000-0000-0000-000000000000}"/>
          </ac:spMkLst>
        </pc:spChg>
      </pc:sldChg>
      <pc:sldChg chg="addSp delSp modSp add mod">
        <pc:chgData name="Earl, Eric (NIH/NIMH) [C]" userId="e77d70f2-afe0-4c7f-bd46-1ec56f2ecd98" providerId="ADAL" clId="{8C8215B3-EF89-49BF-BF56-348589165EC5}" dt="2026-05-18T11:39:48.850" v="2230" actId="20577"/>
        <pc:sldMkLst>
          <pc:docMk/>
          <pc:sldMk cId="566648713" sldId="278"/>
        </pc:sldMkLst>
        <pc:spChg chg="mod">
          <ac:chgData name="Earl, Eric (NIH/NIMH) [C]" userId="e77d70f2-afe0-4c7f-bd46-1ec56f2ecd98" providerId="ADAL" clId="{8C8215B3-EF89-49BF-BF56-348589165EC5}" dt="2026-05-17T15:14:28.855" v="1103" actId="20577"/>
          <ac:spMkLst>
            <pc:docMk/>
            <pc:sldMk cId="566648713" sldId="278"/>
            <ac:spMk id="3" creationId="{E331D508-CEA8-60AC-BEF3-2F4B5387F04F}"/>
          </ac:spMkLst>
        </pc:spChg>
        <pc:spChg chg="mod">
          <ac:chgData name="Earl, Eric (NIH/NIMH) [C]" userId="e77d70f2-afe0-4c7f-bd46-1ec56f2ecd98" providerId="ADAL" clId="{8C8215B3-EF89-49BF-BF56-348589165EC5}" dt="2026-05-17T15:16:25.080" v="1146" actId="164"/>
          <ac:spMkLst>
            <pc:docMk/>
            <pc:sldMk cId="566648713" sldId="278"/>
            <ac:spMk id="9" creationId="{08D9E495-4B21-F449-BFBB-5AE7E74C6F3A}"/>
          </ac:spMkLst>
        </pc:spChg>
        <pc:spChg chg="mod">
          <ac:chgData name="Earl, Eric (NIH/NIMH) [C]" userId="e77d70f2-afe0-4c7f-bd46-1ec56f2ecd98" providerId="ADAL" clId="{8C8215B3-EF89-49BF-BF56-348589165EC5}" dt="2026-05-17T15:16:25.080" v="1146" actId="164"/>
          <ac:spMkLst>
            <pc:docMk/>
            <pc:sldMk cId="566648713" sldId="278"/>
            <ac:spMk id="10" creationId="{CB339122-84E7-896B-583B-EA4A1984D5DB}"/>
          </ac:spMkLst>
        </pc:spChg>
        <pc:spChg chg="mod">
          <ac:chgData name="Earl, Eric (NIH/NIMH) [C]" userId="e77d70f2-afe0-4c7f-bd46-1ec56f2ecd98" providerId="ADAL" clId="{8C8215B3-EF89-49BF-BF56-348589165EC5}" dt="2026-05-17T15:16:25.080" v="1146" actId="164"/>
          <ac:spMkLst>
            <pc:docMk/>
            <pc:sldMk cId="566648713" sldId="278"/>
            <ac:spMk id="12" creationId="{43D11E6F-9678-78FA-870C-081EE4EF34B7}"/>
          </ac:spMkLst>
        </pc:spChg>
        <pc:spChg chg="mod">
          <ac:chgData name="Earl, Eric (NIH/NIMH) [C]" userId="e77d70f2-afe0-4c7f-bd46-1ec56f2ecd98" providerId="ADAL" clId="{8C8215B3-EF89-49BF-BF56-348589165EC5}" dt="2026-05-17T15:16:25.080" v="1146" actId="164"/>
          <ac:spMkLst>
            <pc:docMk/>
            <pc:sldMk cId="566648713" sldId="278"/>
            <ac:spMk id="13" creationId="{70ABA5DD-C9C0-E291-BD43-0676AFFFA00E}"/>
          </ac:spMkLst>
        </pc:spChg>
        <pc:spChg chg="mod">
          <ac:chgData name="Earl, Eric (NIH/NIMH) [C]" userId="e77d70f2-afe0-4c7f-bd46-1ec56f2ecd98" providerId="ADAL" clId="{8C8215B3-EF89-49BF-BF56-348589165EC5}" dt="2026-05-17T15:16:25.080" v="1146" actId="164"/>
          <ac:spMkLst>
            <pc:docMk/>
            <pc:sldMk cId="566648713" sldId="278"/>
            <ac:spMk id="14" creationId="{5974E386-CC07-4CA6-81AB-C81F3BBF5ABC}"/>
          </ac:spMkLst>
        </pc:spChg>
        <pc:spChg chg="mod">
          <ac:chgData name="Earl, Eric (NIH/NIMH) [C]" userId="e77d70f2-afe0-4c7f-bd46-1ec56f2ecd98" providerId="ADAL" clId="{8C8215B3-EF89-49BF-BF56-348589165EC5}" dt="2026-05-17T15:16:25.080" v="1146" actId="164"/>
          <ac:spMkLst>
            <pc:docMk/>
            <pc:sldMk cId="566648713" sldId="278"/>
            <ac:spMk id="15" creationId="{C8A97220-639E-678F-5EA7-A7EE16947C4D}"/>
          </ac:spMkLst>
        </pc:spChg>
        <pc:spChg chg="mod">
          <ac:chgData name="Earl, Eric (NIH/NIMH) [C]" userId="e77d70f2-afe0-4c7f-bd46-1ec56f2ecd98" providerId="ADAL" clId="{8C8215B3-EF89-49BF-BF56-348589165EC5}" dt="2026-05-17T15:16:25.080" v="1146" actId="164"/>
          <ac:spMkLst>
            <pc:docMk/>
            <pc:sldMk cId="566648713" sldId="278"/>
            <ac:spMk id="19" creationId="{209AD3B7-7EB6-0FCE-D4DA-51A90240648F}"/>
          </ac:spMkLst>
        </pc:spChg>
        <pc:spChg chg="mod">
          <ac:chgData name="Earl, Eric (NIH/NIMH) [C]" userId="e77d70f2-afe0-4c7f-bd46-1ec56f2ecd98" providerId="ADAL" clId="{8C8215B3-EF89-49BF-BF56-348589165EC5}" dt="2026-05-17T15:16:25.080" v="1146" actId="164"/>
          <ac:spMkLst>
            <pc:docMk/>
            <pc:sldMk cId="566648713" sldId="278"/>
            <ac:spMk id="23" creationId="{5DCFE2E2-B2FA-00EC-8878-94E27AE27FA6}"/>
          </ac:spMkLst>
        </pc:spChg>
        <pc:spChg chg="mod">
          <ac:chgData name="Earl, Eric (NIH/NIMH) [C]" userId="e77d70f2-afe0-4c7f-bd46-1ec56f2ecd98" providerId="ADAL" clId="{8C8215B3-EF89-49BF-BF56-348589165EC5}" dt="2026-05-17T15:16:25.080" v="1146" actId="164"/>
          <ac:spMkLst>
            <pc:docMk/>
            <pc:sldMk cId="566648713" sldId="278"/>
            <ac:spMk id="24" creationId="{8E9A4E9A-E523-871E-CD5E-F455D81A8CB5}"/>
          </ac:spMkLst>
        </pc:spChg>
        <pc:spChg chg="mod">
          <ac:chgData name="Earl, Eric (NIH/NIMH) [C]" userId="e77d70f2-afe0-4c7f-bd46-1ec56f2ecd98" providerId="ADAL" clId="{8C8215B3-EF89-49BF-BF56-348589165EC5}" dt="2026-05-17T15:16:25.080" v="1146" actId="164"/>
          <ac:spMkLst>
            <pc:docMk/>
            <pc:sldMk cId="566648713" sldId="278"/>
            <ac:spMk id="26" creationId="{0EBC7C28-1C02-C97E-A916-012ED16AF1B7}"/>
          </ac:spMkLst>
        </pc:spChg>
        <pc:spChg chg="del">
          <ac:chgData name="Earl, Eric (NIH/NIMH) [C]" userId="e77d70f2-afe0-4c7f-bd46-1ec56f2ecd98" providerId="ADAL" clId="{8C8215B3-EF89-49BF-BF56-348589165EC5}" dt="2026-05-17T15:14:38.939" v="1104" actId="478"/>
          <ac:spMkLst>
            <pc:docMk/>
            <pc:sldMk cId="566648713" sldId="278"/>
            <ac:spMk id="28" creationId="{B1EA7077-5D2B-47A6-EF6B-9EC563287D5D}"/>
          </ac:spMkLst>
        </pc:spChg>
        <pc:spChg chg="del">
          <ac:chgData name="Earl, Eric (NIH/NIMH) [C]" userId="e77d70f2-afe0-4c7f-bd46-1ec56f2ecd98" providerId="ADAL" clId="{8C8215B3-EF89-49BF-BF56-348589165EC5}" dt="2026-05-17T15:14:48.096" v="1106" actId="478"/>
          <ac:spMkLst>
            <pc:docMk/>
            <pc:sldMk cId="566648713" sldId="278"/>
            <ac:spMk id="29" creationId="{31E69B27-2267-DDB6-E5C3-52581F7B865B}"/>
          </ac:spMkLst>
        </pc:spChg>
        <pc:spChg chg="del">
          <ac:chgData name="Earl, Eric (NIH/NIMH) [C]" userId="e77d70f2-afe0-4c7f-bd46-1ec56f2ecd98" providerId="ADAL" clId="{8C8215B3-EF89-49BF-BF56-348589165EC5}" dt="2026-05-17T15:14:44.560" v="1105" actId="478"/>
          <ac:spMkLst>
            <pc:docMk/>
            <pc:sldMk cId="566648713" sldId="278"/>
            <ac:spMk id="30" creationId="{99502A80-08BB-2DF2-9B9F-EDF6E164D4B6}"/>
          </ac:spMkLst>
        </pc:spChg>
        <pc:spChg chg="del">
          <ac:chgData name="Earl, Eric (NIH/NIMH) [C]" userId="e77d70f2-afe0-4c7f-bd46-1ec56f2ecd98" providerId="ADAL" clId="{8C8215B3-EF89-49BF-BF56-348589165EC5}" dt="2026-05-17T15:14:44.560" v="1105" actId="478"/>
          <ac:spMkLst>
            <pc:docMk/>
            <pc:sldMk cId="566648713" sldId="278"/>
            <ac:spMk id="31" creationId="{20C3DAE7-E7C0-BCF7-D384-48557373624D}"/>
          </ac:spMkLst>
        </pc:spChg>
        <pc:spChg chg="del">
          <ac:chgData name="Earl, Eric (NIH/NIMH) [C]" userId="e77d70f2-afe0-4c7f-bd46-1ec56f2ecd98" providerId="ADAL" clId="{8C8215B3-EF89-49BF-BF56-348589165EC5}" dt="2026-05-17T15:14:44.560" v="1105" actId="478"/>
          <ac:spMkLst>
            <pc:docMk/>
            <pc:sldMk cId="566648713" sldId="278"/>
            <ac:spMk id="32" creationId="{B6E09E74-A938-7B03-5FE4-082B5FA32AE3}"/>
          </ac:spMkLst>
        </pc:spChg>
        <pc:spChg chg="del">
          <ac:chgData name="Earl, Eric (NIH/NIMH) [C]" userId="e77d70f2-afe0-4c7f-bd46-1ec56f2ecd98" providerId="ADAL" clId="{8C8215B3-EF89-49BF-BF56-348589165EC5}" dt="2026-05-17T15:14:44.560" v="1105" actId="478"/>
          <ac:spMkLst>
            <pc:docMk/>
            <pc:sldMk cId="566648713" sldId="278"/>
            <ac:spMk id="33" creationId="{392930F5-448E-289D-863B-DD73BFACCF33}"/>
          </ac:spMkLst>
        </pc:spChg>
        <pc:spChg chg="del">
          <ac:chgData name="Earl, Eric (NIH/NIMH) [C]" userId="e77d70f2-afe0-4c7f-bd46-1ec56f2ecd98" providerId="ADAL" clId="{8C8215B3-EF89-49BF-BF56-348589165EC5}" dt="2026-05-17T15:14:44.560" v="1105" actId="478"/>
          <ac:spMkLst>
            <pc:docMk/>
            <pc:sldMk cId="566648713" sldId="278"/>
            <ac:spMk id="34" creationId="{6A6903E8-CEFD-F6AF-678F-03F301F0CF98}"/>
          </ac:spMkLst>
        </pc:spChg>
        <pc:spChg chg="del">
          <ac:chgData name="Earl, Eric (NIH/NIMH) [C]" userId="e77d70f2-afe0-4c7f-bd46-1ec56f2ecd98" providerId="ADAL" clId="{8C8215B3-EF89-49BF-BF56-348589165EC5}" dt="2026-05-17T15:14:44.560" v="1105" actId="478"/>
          <ac:spMkLst>
            <pc:docMk/>
            <pc:sldMk cId="566648713" sldId="278"/>
            <ac:spMk id="35" creationId="{0CDEF15E-A909-E8F9-758E-0E5D4C677592}"/>
          </ac:spMkLst>
        </pc:spChg>
        <pc:spChg chg="del">
          <ac:chgData name="Earl, Eric (NIH/NIMH) [C]" userId="e77d70f2-afe0-4c7f-bd46-1ec56f2ecd98" providerId="ADAL" clId="{8C8215B3-EF89-49BF-BF56-348589165EC5}" dt="2026-05-17T15:14:44.560" v="1105" actId="478"/>
          <ac:spMkLst>
            <pc:docMk/>
            <pc:sldMk cId="566648713" sldId="278"/>
            <ac:spMk id="36" creationId="{7C876EA5-7D26-E66E-85E1-9D603F58124C}"/>
          </ac:spMkLst>
        </pc:spChg>
        <pc:spChg chg="del">
          <ac:chgData name="Earl, Eric (NIH/NIMH) [C]" userId="e77d70f2-afe0-4c7f-bd46-1ec56f2ecd98" providerId="ADAL" clId="{8C8215B3-EF89-49BF-BF56-348589165EC5}" dt="2026-05-17T15:14:44.560" v="1105" actId="478"/>
          <ac:spMkLst>
            <pc:docMk/>
            <pc:sldMk cId="566648713" sldId="278"/>
            <ac:spMk id="37" creationId="{7934B998-38A4-D77E-6B55-93AF741EA61E}"/>
          </ac:spMkLst>
        </pc:spChg>
        <pc:spChg chg="mod">
          <ac:chgData name="Earl, Eric (NIH/NIMH) [C]" userId="e77d70f2-afe0-4c7f-bd46-1ec56f2ecd98" providerId="ADAL" clId="{8C8215B3-EF89-49BF-BF56-348589165EC5}" dt="2026-05-18T11:39:48.850" v="2230" actId="20577"/>
          <ac:spMkLst>
            <pc:docMk/>
            <pc:sldMk cId="566648713" sldId="278"/>
            <ac:spMk id="38" creationId="{0A2C2548-3D67-D13F-733F-288C70AC8B4D}"/>
          </ac:spMkLst>
        </pc:spChg>
        <pc:spChg chg="add mod">
          <ac:chgData name="Earl, Eric (NIH/NIMH) [C]" userId="e77d70f2-afe0-4c7f-bd46-1ec56f2ecd98" providerId="ADAL" clId="{8C8215B3-EF89-49BF-BF56-348589165EC5}" dt="2026-05-17T15:15:04.191" v="1107"/>
          <ac:spMkLst>
            <pc:docMk/>
            <pc:sldMk cId="566648713" sldId="278"/>
            <ac:spMk id="39" creationId="{831F11DE-4ADA-DE1F-F1E5-AD72D0BC82F8}"/>
          </ac:spMkLst>
        </pc:spChg>
        <pc:spChg chg="add mod">
          <ac:chgData name="Earl, Eric (NIH/NIMH) [C]" userId="e77d70f2-afe0-4c7f-bd46-1ec56f2ecd98" providerId="ADAL" clId="{8C8215B3-EF89-49BF-BF56-348589165EC5}" dt="2026-05-17T15:23:20.226" v="1161" actId="20577"/>
          <ac:spMkLst>
            <pc:docMk/>
            <pc:sldMk cId="566648713" sldId="278"/>
            <ac:spMk id="40" creationId="{9E550EF8-AA42-C305-AA7B-ED474344250F}"/>
          </ac:spMkLst>
        </pc:spChg>
        <pc:spChg chg="add del mod">
          <ac:chgData name="Earl, Eric (NIH/NIMH) [C]" userId="e77d70f2-afe0-4c7f-bd46-1ec56f2ecd98" providerId="ADAL" clId="{8C8215B3-EF89-49BF-BF56-348589165EC5}" dt="2026-05-17T15:18:14.409" v="1156" actId="47"/>
          <ac:spMkLst>
            <pc:docMk/>
            <pc:sldMk cId="566648713" sldId="278"/>
            <ac:spMk id="42" creationId="{7D272758-C3FA-CBE3-9277-354DAEC1C476}"/>
          </ac:spMkLst>
        </pc:spChg>
        <pc:spChg chg="add mod">
          <ac:chgData name="Earl, Eric (NIH/NIMH) [C]" userId="e77d70f2-afe0-4c7f-bd46-1ec56f2ecd98" providerId="ADAL" clId="{8C8215B3-EF89-49BF-BF56-348589165EC5}" dt="2026-05-18T10:59:21.980" v="1980" actId="20577"/>
          <ac:spMkLst>
            <pc:docMk/>
            <pc:sldMk cId="566648713" sldId="278"/>
            <ac:spMk id="43" creationId="{63AA31B3-DBE8-A9C0-B196-F89A1CC66CFF}"/>
          </ac:spMkLst>
        </pc:spChg>
        <pc:grpChg chg="mod">
          <ac:chgData name="Earl, Eric (NIH/NIMH) [C]" userId="e77d70f2-afe0-4c7f-bd46-1ec56f2ecd98" providerId="ADAL" clId="{8C8215B3-EF89-49BF-BF56-348589165EC5}" dt="2026-05-17T15:16:41.723" v="1147" actId="1076"/>
          <ac:grpSpMkLst>
            <pc:docMk/>
            <pc:sldMk cId="566648713" sldId="278"/>
            <ac:grpSpMk id="41" creationId="{B9A60B2E-5814-3D22-9EC6-D0269A998CAC}"/>
          </ac:grpSpMkLst>
        </pc:gr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7T15:08:38.7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806 2 24575,'-18'-1'0,"1"1"0,-1 0 0,1 2 0,-1 0 0,1 1 0,0 1 0,0 0 0,-30 12 0,-50 18 0,78-30 0,0 2 0,1 0 0,-1 1 0,2 1 0,-1 1 0,-17 12 0,-55 39 0,54-37 0,0 2 0,2 1 0,-33 32 0,52-41 27,1 1 0,0 1-1,-12 25 1,-11 14-1499,28-46-5354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7T15:08:41.6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 1 24575,'0'4'0,"0"5"0,0 6 0,0 4 0,-4-1 0,-1 0 0,-1 1 0,-2 2 0,-1 1 0,2 1 0,2 1 0,2 0 0,1 0 0,1 0 0,-3-4 0,-1-5-8191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7T15:08:44.3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262 1 24575,'-4'0'0,"-6"0"0,-5 0 0,-4 0 0,-2 0 0,-3 0 0,-1 0 0,0 0 0,0 0 0,1 0 0,-1 0 0,1 0 0,3 0-8191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7T15:09:31.1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1 339 24575,'3'-26'0,"0"-1"0,2 0 0,1 1 0,1 0 0,1 1 0,17-36 0,12-39 0,-37 99 0,0 0 0,0 1 0,0-1 0,0 0 0,0 0 0,0 1 0,0-1 0,0 0 0,0 0 0,1 1 0,-1-1 0,0 0 0,1 0 0,-1 1 0,0-1 0,1 0 0,-1 1 0,1-1 0,-1 1 0,1-1 0,-1 0 0,1 1 0,0-1 0,-1 1 0,1 0 0,0-1 0,-1 1 0,1-1 0,0 1 0,-1 0 0,1 0 0,0-1 0,0 1 0,-1 0 0,1 0 0,1 0 0,0 1 0,-1 0 0,1 1 0,0-1 0,-1 1 0,0 0 0,1-1 0,-1 1 0,0 0 0,0 0 0,0 0 0,0 0 0,1 3 0,22 69 0,-13-25 0,-6-23 0,1 0 0,2 0 0,12 29 0,-18-51 0,0 0 0,0 0 0,1 0 0,-1 0 0,1 0 0,0-1 0,0 1 0,4 3 0,-6-7 0,-1 1 0,1-1 0,0 1 0,0-1 0,0 1 0,0-1 0,0 0 0,0 0 0,0 1 0,0-1 0,-1 0 0,1 0 0,0 0 0,0 0 0,0 0 0,0 0 0,0 0 0,0 0 0,0-1 0,0 1 0,0 0 0,0 0 0,0-1 0,0 1 0,-1-1 0,1 1 0,0-1 0,0 1 0,0-1 0,-1 1 0,1-1 0,0 0 0,-1 1 0,1-1 0,0 0 0,-1 0 0,1 1 0,-1-1 0,1 0 0,-1 0 0,0 0 0,1 0 0,-1-1 0,15-26 0,-2 0 0,16-54 0,-22 62 0,-6 18 0,-1 0 0,1 0 0,-1 0 0,1 1 0,-1-1 0,1 0 0,0 1 0,0-1 0,0 0 0,0 1 0,0-1 0,0 1 0,0 0 0,1-1 0,-1 1 0,0 0 0,1 0 0,-1-1 0,1 1 0,2-1 0,-3 2 0,0 0 0,0 1 0,0-1 0,0 0 0,1 0 0,-1 1 0,0-1 0,0 0 0,0 1 0,0-1 0,0 1 0,0 0 0,0-1 0,0 1 0,0 0 0,0 0 0,0-1 0,-1 1 0,1 0 0,0 0 0,-1 0 0,2 2 0,5 8 0,0 0 0,-2 1 0,10 23 0,6 23-455,3-1 0,32 56 0,-47-98-6371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7T15:09:33.2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49 24575,'27'2'0,"-20"-1"0,-1 0 0,0-1 0,1 0 0,-1 0 0,1 0 0,-1 0 0,0-1 0,1 0 0,-1-1 0,0 1 0,0-1 0,1 0 0,9-6 0,-15 8 0,-1-1 0,0 1 0,1 0 0,-1 0 0,1-1 0,-1 1 0,0-1 0,1 1 0,-1 0 0,0-1 0,1 1 0,-1-1 0,0 1 0,0 0 0,1-1 0,-1 1 0,0-1 0,0 1 0,0-1 0,0 1 0,1-1 0,-1 1 0,0-1 0,0 1 0,0-1 0,0 1 0,0-1 0,0 1 0,-1-1 0,1 1 0,0-1 0,0 1 0,0-1 0,0 1 0,0-1 0,-1 1 0,1-1 0,0 1 0,-1-1 0,-22-10 0,-29 5 0,50 6 0,0 0 0,0-1 0,0 1 0,0 0 0,0 1 0,0-1 0,0 0 0,0 1 0,0-1 0,0 1 0,0-1 0,1 1 0,-1 0 0,0 0 0,0 0 0,1 0 0,-1 0 0,0 0 0,1 0 0,-1 1 0,1-1 0,0 0 0,-1 1 0,1-1 0,0 1 0,0 0 0,0-1 0,0 1 0,0 0 0,0 0 0,1 0 0,-1-1 0,1 1 0,-1 0 0,1 0 0,-1 0 0,1 0 0,0 0 0,0 0 0,0 0 0,1 2 0,0 3 0,0-1 0,1 0 0,0 0 0,0 0 0,1 0 0,-1 0 0,2 0 0,-1-1 0,0 1 0,1-1 0,6 7 0,-7-8 9,1-1 1,1 1-1,-1 0 0,0-1 0,1 0 1,0 0-1,0 0 0,0-1 0,0 0 0,0 0 1,0 0-1,10 2 0,-1-2-380,1 0-1,-1-1 1,23-2 0,-16 1-6455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7T15:08:58.7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595 0 24575,'0'29'0,"-1"0"0,-1 0 0,-2 0 0,-12 47 0,11-61 0,0 0 0,-1-1 0,-1 0 0,0 0 0,0-1 0,-1 0 0,-1 0 0,-1-1 0,0 0 0,-16 16 0,-24 20 0,25-22 0,-45 34 0,-76 41 120,123-87-417,-1-1 0,0-1 0,0-2 0,-42 13 0,46-18-6529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7T15:09:01.0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202 0 24575,'-1'4'0,"-1"0"0,0 0 0,1 0 0,-2 0 0,1-1 0,0 1 0,-1-1 0,0 1 0,0-1 0,0 0 0,0 0 0,-5 4 0,-8 8 0,-52 63 0,56-66-29,1 1 0,0 1 0,-12 20 0,7-11-1220,7-10-5577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7T15:09:13.4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285 173 24575,'-10'-2'0,"1"0"0,0-1 0,0 1 0,0-2 0,0 1 0,0-1 0,1-1 0,0 0 0,-16-11 0,-2 0 0,-13-9-682,-60-47-1,82 58-6143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7T15:09:15.6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0 222 24575,'0'-4'0,"0"-5"0,0-6 0,4-4 0,2-2 0,-1-3 0,4 3 0,-1 2 0,3-1 0,0-1 0,1 4 0,0-1 0,-3 5-8191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7T15:10:06.4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1 339 24575,'3'-26'0,"0"-1"0,2 0 0,1 1 0,1 0 0,1 1 0,17-36 0,12-39 0,-37 99 0,0 0 0,0 1 0,0-1 0,0 0 0,0 0 0,0 1 0,0-1 0,0 0 0,0 0 0,1 1 0,-1-1 0,0 0 0,1 0 0,-1 1 0,0-1 0,1 0 0,-1 1 0,1-1 0,-1 1 0,1-1 0,-1 0 0,1 1 0,0-1 0,-1 1 0,1 0 0,0-1 0,-1 1 0,1-1 0,0 1 0,-1 0 0,1 0 0,0-1 0,0 1 0,-1 0 0,1 0 0,1 0 0,0 1 0,-1 0 0,1 1 0,0-1 0,-1 1 0,0 0 0,1-1 0,-1 1 0,0 0 0,0 0 0,0 0 0,0 0 0,1 3 0,22 69 0,-13-25 0,-6-23 0,1 0 0,2 0 0,12 29 0,-18-51 0,0 0 0,0 0 0,1 0 0,-1 0 0,1 0 0,0-1 0,0 1 0,4 3 0,-6-7 0,-1 1 0,1-1 0,0 1 0,0-1 0,0 1 0,0-1 0,0 0 0,0 0 0,0 1 0,0-1 0,-1 0 0,1 0 0,0 0 0,0 0 0,0 0 0,0 0 0,0 0 0,0 0 0,0-1 0,0 1 0,0 0 0,0 0 0,0-1 0,0 1 0,-1-1 0,1 1 0,0-1 0,0 1 0,0-1 0,-1 1 0,1-1 0,0 0 0,-1 1 0,1-1 0,0 0 0,-1 0 0,1 1 0,-1-1 0,1 0 0,-1 0 0,0 0 0,1 0 0,-1-1 0,15-26 0,-2 0 0,16-54 0,-22 62 0,-6 18 0,-1 0 0,1 0 0,-1 0 0,1 1 0,-1-1 0,1 0 0,0 1 0,0-1 0,0 0 0,0 1 0,0-1 0,0 1 0,0 0 0,1-1 0,-1 1 0,0 0 0,1 0 0,-1-1 0,1 1 0,2-1 0,-3 2 0,0 0 0,0 1 0,0-1 0,0 0 0,1 0 0,-1 1 0,0-1 0,0 0 0,0 1 0,0-1 0,0 1 0,0 0 0,0-1 0,0 1 0,0 0 0,0 0 0,0-1 0,-1 1 0,1 0 0,0 0 0,-1 0 0,2 2 0,5 8 0,0 0 0,-2 1 0,10 23 0,6 23-455,3-1 0,32 56 0,-47-98-6371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7T15:10:06.4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49 24575,'27'2'0,"-20"-1"0,-1 0 0,0-1 0,1 0 0,-1 0 0,1 0 0,-1 0 0,0-1 0,1 0 0,-1-1 0,0 1 0,0-1 0,1 0 0,9-6 0,-15 8 0,-1-1 0,0 1 0,1 0 0,-1 0 0,1-1 0,-1 1 0,0-1 0,1 1 0,-1 0 0,0-1 0,1 1 0,-1-1 0,0 1 0,0 0 0,1-1 0,-1 1 0,0-1 0,0 1 0,0-1 0,0 1 0,1-1 0,-1 1 0,0-1 0,0 1 0,0-1 0,0 1 0,0-1 0,0 1 0,-1-1 0,1 1 0,0-1 0,0 1 0,0-1 0,0 1 0,0-1 0,-1 1 0,1-1 0,0 1 0,-1-1 0,-22-10 0,-29 5 0,50 6 0,0 0 0,0-1 0,0 1 0,0 0 0,0 1 0,0-1 0,0 0 0,0 1 0,0-1 0,0 1 0,0-1 0,1 1 0,-1 0 0,0 0 0,0 0 0,1 0 0,-1 0 0,0 0 0,1 0 0,-1 1 0,1-1 0,0 0 0,-1 1 0,1-1 0,0 1 0,0 0 0,0-1 0,0 1 0,0 0 0,0 0 0,1 0 0,-1-1 0,1 1 0,-1 0 0,1 0 0,-1 0 0,1 0 0,0 0 0,0 0 0,0 0 0,1 2 0,0 3 0,0-1 0,1 0 0,0 0 0,0 0 0,1 0 0,-1 0 0,2 0 0,-1-1 0,0 1 0,1-1 0,6 7 0,-7-8 9,1-1 1,1 1-1,-1 0 0,0-1 0,1 0 1,0 0-1,0 0 0,0-1 0,0 0 0,0 0 1,0 0-1,10 2 0,-1-2-380,1 0-1,-1-1 1,23-2 0,-16 1-6455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7T15:10:39.4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202 0 24575,'0'67'0,"14"92"0,15 93 0,-27-229 0,48 612 0,-50 627 0,0-1260 0,0 1 0,0 0 0,0 0 0,0 0 0,-1 0 0,1-1 0,-1 1 0,1 0 0,-1 0 0,0-1 0,0 1 0,0 0 0,-1-1 0,1 1 0,-3 2 0,4-5 0,0 1 0,-1-1 0,0 0 0,1 0 0,-1 1 0,1-1 0,-1 0 0,1 0 0,-1 1 0,1-1 0,-1 0 0,0 0 0,1 0 0,-1 0 0,1 0 0,-1 0 0,0 0 0,1 0 0,-1 0 0,1 0 0,-1-1 0,1 1 0,-1 0 0,0 0 0,0-1 0,-21-19 0,-57-73 0,73 87 0,0 0 0,0 1 0,-1 0 0,0 0 0,0 0 0,0 1 0,0 0 0,-1 0 0,1 1 0,-10-3 0,8 3 0,1-1 0,0 1 0,0-1 0,0-1 0,0 1 0,1-1 0,-14-12 0,21 17 0,-1 0 0,1 0 0,0-1 0,-1 1 0,1 0 0,0 0 0,0 0 0,-1 0 0,1-1 0,0 1 0,0 0 0,-1 0 0,1 0 0,0-1 0,0 1 0,0 0 0,-1 0 0,1-1 0,0 1 0,0 0 0,0-1 0,0 1 0,0 0 0,0 0 0,-1-1 0,1 1 0,0 0 0,0-1 0,0 1 0,0 0 0,0-1 0,0 1 0,0 0 0,0-1 0,0 1 0,1 0 0,-1 0 0,0-1 0,0 1 0,0 0 0,0-1 0,0 1 0,0 0 0,1 0 0,-1-1 0,18 3 0,23 15 0,-23-4 0,0 1 0,-1 1 0,0 1 0,-2 0 0,22 29 0,35 35 0,-67-75 0,-2-2 0,1 1 0,-1-1 0,1 0 0,0 0 0,0 0 0,0 0 0,1-1 0,4 3 0,-7-5 0,0 0 0,0 1 0,0-1 0,0 0 0,0-1 0,0 1 0,0 0 0,0 0 0,0-1 0,0 1 0,0-1 0,0 0 0,0 1 0,0-1 0,-1 0 0,1 0 0,0 0 0,-1-1 0,1 1 0,0 0 0,-1 0 0,0-1 0,3-2 0,12-14 0,0-1 0,20-32 0,-25 34 0,0 0 0,2 1 0,0 0 0,23-21 0,-27 30 0,-1 0 0,1-1 0,-2-1 0,1 1 0,-1-1 0,10-18 0,-58 52 0,10 1 64,-41 46 0,-21 18-1557,82-82-5333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10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F3F85-FC49-FD9A-7B80-546EEF6A3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E8C5C2-CD93-E00F-C86A-FA99240DD5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843E56-F767-5FE4-8BE1-CA5366AE05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D4E92-A3B1-266C-AD17-55C339534A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3386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customXml" Target="../ink/ink5.xml"/><Relationship Id="rId18" Type="http://schemas.openxmlformats.org/officeDocument/2006/relationships/customXml" Target="../ink/ink7.xml"/><Relationship Id="rId26" Type="http://schemas.openxmlformats.org/officeDocument/2006/relationships/customXml" Target="../ink/ink12.xml"/><Relationship Id="rId3" Type="http://schemas.openxmlformats.org/officeDocument/2006/relationships/hyperlink" Target="https://www.writethedocs.org/guide/docs-as-code/" TargetMode="External"/><Relationship Id="rId21" Type="http://schemas.openxmlformats.org/officeDocument/2006/relationships/image" Target="../media/image10.png"/><Relationship Id="rId7" Type="http://schemas.openxmlformats.org/officeDocument/2006/relationships/customXml" Target="../ink/ink2.xml"/><Relationship Id="rId12" Type="http://schemas.openxmlformats.org/officeDocument/2006/relationships/image" Target="../media/image5.png"/><Relationship Id="rId17" Type="http://schemas.openxmlformats.org/officeDocument/2006/relationships/image" Target="../media/image8.png"/><Relationship Id="rId25" Type="http://schemas.openxmlformats.org/officeDocument/2006/relationships/customXml" Target="../ink/ink11.xml"/><Relationship Id="rId2" Type="http://schemas.openxmlformats.org/officeDocument/2006/relationships/notesSlide" Target="../notesSlides/notesSlide2.xml"/><Relationship Id="rId16" Type="http://schemas.openxmlformats.org/officeDocument/2006/relationships/customXml" Target="../ink/ink6.xml"/><Relationship Id="rId20" Type="http://schemas.openxmlformats.org/officeDocument/2006/relationships/customXml" Target="../ink/ink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customXml" Target="../ink/ink4.xml"/><Relationship Id="rId24" Type="http://schemas.openxmlformats.org/officeDocument/2006/relationships/customXml" Target="../ink/ink10.xml"/><Relationship Id="rId5" Type="http://schemas.openxmlformats.org/officeDocument/2006/relationships/customXml" Target="../ink/ink1.xml"/><Relationship Id="rId15" Type="http://schemas.openxmlformats.org/officeDocument/2006/relationships/image" Target="../media/image7.jpg"/><Relationship Id="rId23" Type="http://schemas.openxmlformats.org/officeDocument/2006/relationships/image" Target="../media/image11.png"/><Relationship Id="rId10" Type="http://schemas.openxmlformats.org/officeDocument/2006/relationships/image" Target="../media/image4.png"/><Relationship Id="rId19" Type="http://schemas.openxmlformats.org/officeDocument/2006/relationships/image" Target="../media/image9.png"/><Relationship Id="rId4" Type="http://schemas.openxmlformats.org/officeDocument/2006/relationships/image" Target="../media/image1.jpg"/><Relationship Id="rId9" Type="http://schemas.openxmlformats.org/officeDocument/2006/relationships/customXml" Target="../ink/ink3.xml"/><Relationship Id="rId14" Type="http://schemas.openxmlformats.org/officeDocument/2006/relationships/image" Target="../media/image6.png"/><Relationship Id="rId22" Type="http://schemas.openxmlformats.org/officeDocument/2006/relationships/customXml" Target="../ink/ink9.xml"/><Relationship Id="rId27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lmstxt.org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gents.md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gentskills.io/specification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claude.com/docs/en/hooks-guide#how-hooks-work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claude.com/docs/en/hooks-guide#filter-hooks-with-matchers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syllago.dev/getting-started/quick-start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2194560"/>
            <a:ext cx="109728" cy="2286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71600" y="2194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DSST Lunch &amp; Learn 2026, by Eric Earl &amp; Claude Opus 4.7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371600" y="26060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</a:t>
            </a:r>
            <a:r>
              <a:rPr lang="en-US" sz="5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</a:t>
            </a: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LLM Agents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371600" y="3931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enough to get yourself in trouble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371600" y="5760720"/>
            <a:ext cx="1033272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1600" y="5760720"/>
            <a:ext cx="103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llms.txt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42032" y="5760720"/>
            <a:ext cx="1133856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42032" y="5760720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13048" y="5760720"/>
            <a:ext cx="832104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13048" y="5760720"/>
            <a:ext cx="832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82312" y="5760720"/>
            <a:ext cx="73152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82312" y="57607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50992" y="5760720"/>
            <a:ext cx="932688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50992" y="5760720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Syllago</a:t>
            </a:r>
            <a:endParaRPr lang="en-US" sz="1100" dirty="0"/>
          </a:p>
        </p:txBody>
      </p:sp>
      <p:sp>
        <p:nvSpPr>
          <p:cNvPr id="20" name="Text 36">
            <a:extLst>
              <a:ext uri="{FF2B5EF4-FFF2-40B4-BE49-F238E27FC236}">
                <a16:creationId xmlns:a16="http://schemas.microsoft.com/office/drawing/2014/main" id="{BBF167A3-3ABA-CE22-1369-B3218D350622}"/>
              </a:ext>
            </a:extLst>
          </p:cNvPr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Preface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18</a:t>
            </a:r>
            <a:endParaRPr lang="en-US" sz="10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BD0A98E-022A-BD6A-444C-E5BEB9665975}"/>
              </a:ext>
            </a:extLst>
          </p:cNvPr>
          <p:cNvSpPr txBox="1"/>
          <p:nvPr/>
        </p:nvSpPr>
        <p:spPr>
          <a:xfrm>
            <a:off x="548641" y="1234440"/>
            <a:ext cx="112471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 went to a little conference called </a:t>
            </a:r>
            <a:r>
              <a:rPr lang="en-US" sz="2000" b="1" dirty="0"/>
              <a:t>Write The Docs Portland 2026</a:t>
            </a:r>
            <a:r>
              <a:rPr lang="en-US" sz="2000" dirty="0"/>
              <a:t> (400 in-person, 175 virtual attendees)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 participated in </a:t>
            </a:r>
            <a:r>
              <a:rPr lang="en-US" sz="2000" b="1" dirty="0"/>
              <a:t>Writing Day</a:t>
            </a:r>
            <a:r>
              <a:rPr lang="en-US" sz="2000" dirty="0"/>
              <a:t> and many </a:t>
            </a:r>
            <a:r>
              <a:rPr lang="en-US" sz="2000" b="1" dirty="0"/>
              <a:t>Unconference</a:t>
            </a:r>
            <a:r>
              <a:rPr lang="en-US" sz="2000" dirty="0"/>
              <a:t> events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 asked many questions and noticed a trend of tech writers using LLMs for Docs-As-Code workflows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B83C8C7-5922-E65C-257E-611A8A6D90E3}"/>
              </a:ext>
            </a:extLst>
          </p:cNvPr>
          <p:cNvSpPr txBox="1"/>
          <p:nvPr/>
        </p:nvSpPr>
        <p:spPr>
          <a:xfrm>
            <a:off x="396240" y="6488668"/>
            <a:ext cx="8353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Reference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https://www.writethedocs.org/guide/docs-as-code/</a:t>
            </a:r>
            <a:endParaRPr lang="en-US" dirty="0"/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281FBDAE-5F99-6383-2D2B-4AB27031BD38}"/>
              </a:ext>
            </a:extLst>
          </p:cNvPr>
          <p:cNvGrpSpPr/>
          <p:nvPr/>
        </p:nvGrpSpPr>
        <p:grpSpPr>
          <a:xfrm>
            <a:off x="1335988" y="2224146"/>
            <a:ext cx="9489543" cy="4264522"/>
            <a:chOff x="1625418" y="2193191"/>
            <a:chExt cx="9489543" cy="4264522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B224ADAB-F7F8-4DB7-8429-955E5DF2E378}"/>
                </a:ext>
              </a:extLst>
            </p:cNvPr>
            <p:cNvGrpSpPr/>
            <p:nvPr/>
          </p:nvGrpSpPr>
          <p:grpSpPr>
            <a:xfrm>
              <a:off x="1625418" y="2342043"/>
              <a:ext cx="3456780" cy="4073522"/>
              <a:chOff x="1440180" y="2379695"/>
              <a:chExt cx="3456780" cy="4073522"/>
            </a:xfrm>
          </p:grpSpPr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430FCA19-7725-100B-AFAD-7229B29E24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40180" y="2654885"/>
                <a:ext cx="3429000" cy="3429000"/>
              </a:xfrm>
              <a:prstGeom prst="rect">
                <a:avLst/>
              </a:prstGeom>
            </p:spPr>
          </p:pic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44D89BC-9CB1-64C0-8E9A-621FDFCD2448}"/>
                  </a:ext>
                </a:extLst>
              </p:cNvPr>
              <p:cNvSpPr txBox="1"/>
              <p:nvPr/>
            </p:nvSpPr>
            <p:spPr>
              <a:xfrm>
                <a:off x="1440180" y="6083885"/>
                <a:ext cx="34567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Writing Day with </a:t>
                </a:r>
                <a:r>
                  <a:rPr lang="en-US" dirty="0" err="1"/>
                  <a:t>Syllago</a:t>
                </a:r>
                <a:r>
                  <a:rPr lang="en-US" dirty="0"/>
                  <a:t> developer</a:t>
                </a:r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997AB4B6-B760-66C5-112B-D2DC8B9794C8}"/>
                  </a:ext>
                </a:extLst>
              </p:cNvPr>
              <p:cNvGrpSpPr/>
              <p:nvPr/>
            </p:nvGrpSpPr>
            <p:grpSpPr>
              <a:xfrm>
                <a:off x="1488063" y="2432255"/>
                <a:ext cx="306720" cy="175320"/>
                <a:chOff x="1488063" y="2432255"/>
                <a:chExt cx="306720" cy="175320"/>
              </a:xfrm>
            </p:grpSpPr>
            <mc:AlternateContent xmlns:mc="http://schemas.openxmlformats.org/markup-compatibility/2006">
              <mc:Choice xmlns:p14="http://schemas.microsoft.com/office/powerpoint/2010/main" Requires="p14">
                <p:contentPart p14:bwMode="auto" r:id="rId5">
                  <p14:nvContentPartPr>
                    <p14:cNvPr id="49" name="Ink 48">
                      <a:extLst>
                        <a:ext uri="{FF2B5EF4-FFF2-40B4-BE49-F238E27FC236}">
                          <a16:creationId xmlns:a16="http://schemas.microsoft.com/office/drawing/2014/main" id="{33BDFC5F-9115-7201-9B42-85AFB9473316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504263" y="2432255"/>
                    <a:ext cx="290520" cy="175320"/>
                  </p14:xfrm>
                </p:contentPart>
              </mc:Choice>
              <mc:Fallback>
                <p:pic>
                  <p:nvPicPr>
                    <p:cNvPr id="49" name="Ink 48">
                      <a:extLst>
                        <a:ext uri="{FF2B5EF4-FFF2-40B4-BE49-F238E27FC236}">
                          <a16:creationId xmlns:a16="http://schemas.microsoft.com/office/drawing/2014/main" id="{33BDFC5F-9115-7201-9B42-85AFB9473316}"/>
                        </a:ext>
                      </a:extLst>
                    </p:cNvPr>
                    <p:cNvPicPr/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1498143" y="2426135"/>
                      <a:ext cx="302760" cy="18756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7">
                  <p14:nvContentPartPr>
                    <p14:cNvPr id="50" name="Ink 49">
                      <a:extLst>
                        <a:ext uri="{FF2B5EF4-FFF2-40B4-BE49-F238E27FC236}">
                          <a16:creationId xmlns:a16="http://schemas.microsoft.com/office/drawing/2014/main" id="{649ADDEA-192F-7B17-19F3-72D2992050A3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488063" y="2492735"/>
                    <a:ext cx="21960" cy="108000"/>
                  </p14:xfrm>
                </p:contentPart>
              </mc:Choice>
              <mc:Fallback>
                <p:pic>
                  <p:nvPicPr>
                    <p:cNvPr id="50" name="Ink 49">
                      <a:extLst>
                        <a:ext uri="{FF2B5EF4-FFF2-40B4-BE49-F238E27FC236}">
                          <a16:creationId xmlns:a16="http://schemas.microsoft.com/office/drawing/2014/main" id="{649ADDEA-192F-7B17-19F3-72D2992050A3}"/>
                        </a:ext>
                      </a:extLst>
                    </p:cNvPr>
                    <p:cNvPicPr/>
                    <p:nvPr/>
                  </p:nvPicPr>
                  <p:blipFill>
                    <a:blip r:embed="rId8"/>
                    <a:stretch>
                      <a:fillRect/>
                    </a:stretch>
                  </p:blipFill>
                  <p:spPr>
                    <a:xfrm>
                      <a:off x="1481943" y="2486615"/>
                      <a:ext cx="34200" cy="12024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9">
                  <p14:nvContentPartPr>
                    <p14:cNvPr id="52" name="Ink 51">
                      <a:extLst>
                        <a:ext uri="{FF2B5EF4-FFF2-40B4-BE49-F238E27FC236}">
                          <a16:creationId xmlns:a16="http://schemas.microsoft.com/office/drawing/2014/main" id="{0A399477-A4F1-9739-42D3-FD37C1E4479C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510383" y="2604695"/>
                    <a:ext cx="94320" cy="360"/>
                  </p14:xfrm>
                </p:contentPart>
              </mc:Choice>
              <mc:Fallback>
                <p:pic>
                  <p:nvPicPr>
                    <p:cNvPr id="52" name="Ink 51">
                      <a:extLst>
                        <a:ext uri="{FF2B5EF4-FFF2-40B4-BE49-F238E27FC236}">
                          <a16:creationId xmlns:a16="http://schemas.microsoft.com/office/drawing/2014/main" id="{0A399477-A4F1-9739-42D3-FD37C1E4479C}"/>
                        </a:ext>
                      </a:extLst>
                    </p:cNvPr>
                    <p:cNvPicPr/>
                    <p:nvPr/>
                  </p:nvPicPr>
                  <p:blipFill>
                    <a:blip r:embed="rId10"/>
                    <a:stretch>
                      <a:fillRect/>
                    </a:stretch>
                  </p:blipFill>
                  <p:spPr>
                    <a:xfrm>
                      <a:off x="1504263" y="2598575"/>
                      <a:ext cx="106560" cy="1260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3E419895-61E9-60F8-36E4-1F3B33539FFD}"/>
                  </a:ext>
                </a:extLst>
              </p:cNvPr>
              <p:cNvGrpSpPr/>
              <p:nvPr/>
            </p:nvGrpSpPr>
            <p:grpSpPr>
              <a:xfrm>
                <a:off x="1828263" y="2379695"/>
                <a:ext cx="309600" cy="174960"/>
                <a:chOff x="1828263" y="2379695"/>
                <a:chExt cx="309600" cy="174960"/>
              </a:xfrm>
            </p:grpSpPr>
            <mc:AlternateContent xmlns:mc="http://schemas.openxmlformats.org/markup-compatibility/2006">
              <mc:Choice xmlns:p14="http://schemas.microsoft.com/office/powerpoint/2010/main" Requires="p14">
                <p:contentPart p14:bwMode="auto" r:id="rId11">
                  <p14:nvContentPartPr>
                    <p14:cNvPr id="65" name="Ink 64">
                      <a:extLst>
                        <a:ext uri="{FF2B5EF4-FFF2-40B4-BE49-F238E27FC236}">
                          <a16:creationId xmlns:a16="http://schemas.microsoft.com/office/drawing/2014/main" id="{74484506-D7AB-0B1E-C882-02FB46BDB838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828263" y="2379695"/>
                    <a:ext cx="187200" cy="159840"/>
                  </p14:xfrm>
                </p:contentPart>
              </mc:Choice>
              <mc:Fallback>
                <p:pic>
                  <p:nvPicPr>
                    <p:cNvPr id="65" name="Ink 64">
                      <a:extLst>
                        <a:ext uri="{FF2B5EF4-FFF2-40B4-BE49-F238E27FC236}">
                          <a16:creationId xmlns:a16="http://schemas.microsoft.com/office/drawing/2014/main" id="{74484506-D7AB-0B1E-C882-02FB46BDB838}"/>
                        </a:ext>
                      </a:extLst>
                    </p:cNvPr>
                    <p:cNvPicPr/>
                    <p:nvPr/>
                  </p:nvPicPr>
                  <p:blipFill>
                    <a:blip r:embed="rId12"/>
                    <a:stretch>
                      <a:fillRect/>
                    </a:stretch>
                  </p:blipFill>
                  <p:spPr>
                    <a:xfrm>
                      <a:off x="1822143" y="2373575"/>
                      <a:ext cx="199440" cy="17208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13">
                  <p14:nvContentPartPr>
                    <p14:cNvPr id="66" name="Ink 65">
                      <a:extLst>
                        <a:ext uri="{FF2B5EF4-FFF2-40B4-BE49-F238E27FC236}">
                          <a16:creationId xmlns:a16="http://schemas.microsoft.com/office/drawing/2014/main" id="{9FD1ADE5-25CE-CDE7-8672-E5C189BA9FE1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061543" y="2492375"/>
                    <a:ext cx="76320" cy="62280"/>
                  </p14:xfrm>
                </p:contentPart>
              </mc:Choice>
              <mc:Fallback>
                <p:pic>
                  <p:nvPicPr>
                    <p:cNvPr id="66" name="Ink 65">
                      <a:extLst>
                        <a:ext uri="{FF2B5EF4-FFF2-40B4-BE49-F238E27FC236}">
                          <a16:creationId xmlns:a16="http://schemas.microsoft.com/office/drawing/2014/main" id="{9FD1ADE5-25CE-CDE7-8672-E5C189BA9FE1}"/>
                        </a:ext>
                      </a:extLst>
                    </p:cNvPr>
                    <p:cNvPicPr/>
                    <p:nvPr/>
                  </p:nvPicPr>
                  <p:blipFill>
                    <a:blip r:embed="rId14"/>
                    <a:stretch>
                      <a:fillRect/>
                    </a:stretch>
                  </p:blipFill>
                  <p:spPr>
                    <a:xfrm>
                      <a:off x="2055423" y="2486255"/>
                      <a:ext cx="88560" cy="7452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2E5C5EB1-4B3A-70FF-EF5B-369DC90C246D}"/>
                </a:ext>
              </a:extLst>
            </p:cNvPr>
            <p:cNvGrpSpPr/>
            <p:nvPr/>
          </p:nvGrpSpPr>
          <p:grpSpPr>
            <a:xfrm>
              <a:off x="5493679" y="2193191"/>
              <a:ext cx="5621282" cy="4264522"/>
              <a:chOff x="6144421" y="2181998"/>
              <a:chExt cx="5621282" cy="4264522"/>
            </a:xfrm>
          </p:grpSpPr>
          <p:pic>
            <p:nvPicPr>
              <p:cNvPr id="42" name="Picture 41" descr="A group of people sitting around a table&#10;&#10;AI-generated content may be incorrect.">
                <a:extLst>
                  <a:ext uri="{FF2B5EF4-FFF2-40B4-BE49-F238E27FC236}">
                    <a16:creationId xmlns:a16="http://schemas.microsoft.com/office/drawing/2014/main" id="{47B2FB95-8F38-93F8-172D-0F5CA35214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172201" y="2654885"/>
                <a:ext cx="5143500" cy="3429000"/>
              </a:xfrm>
              <a:prstGeom prst="rect">
                <a:avLst/>
              </a:prstGeom>
            </p:spPr>
          </p:pic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BA0B51D-DF65-0FCD-BA13-619DAD5A79DD}"/>
                  </a:ext>
                </a:extLst>
              </p:cNvPr>
              <p:cNvSpPr txBox="1"/>
              <p:nvPr/>
            </p:nvSpPr>
            <p:spPr>
              <a:xfrm>
                <a:off x="6144421" y="6077188"/>
                <a:ext cx="36045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API and AI roundtable Unconference</a:t>
                </a:r>
              </a:p>
            </p:txBody>
          </p: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DC9DADD0-1F55-48B4-C79E-1054CF784FA8}"/>
                  </a:ext>
                </a:extLst>
              </p:cNvPr>
              <p:cNvGrpSpPr/>
              <p:nvPr/>
            </p:nvGrpSpPr>
            <p:grpSpPr>
              <a:xfrm>
                <a:off x="11353143" y="5107055"/>
                <a:ext cx="223560" cy="311040"/>
                <a:chOff x="11353143" y="5107055"/>
                <a:chExt cx="223560" cy="311040"/>
              </a:xfrm>
            </p:grpSpPr>
            <mc:AlternateContent xmlns:mc="http://schemas.openxmlformats.org/markup-compatibility/2006">
              <mc:Choice xmlns:p14="http://schemas.microsoft.com/office/powerpoint/2010/main" Requires="p14">
                <p:contentPart p14:bwMode="auto" r:id="rId16">
                  <p14:nvContentPartPr>
                    <p14:cNvPr id="54" name="Ink 53">
                      <a:extLst>
                        <a:ext uri="{FF2B5EF4-FFF2-40B4-BE49-F238E27FC236}">
                          <a16:creationId xmlns:a16="http://schemas.microsoft.com/office/drawing/2014/main" id="{6DB01D1C-81D8-1B98-1200-E88B1D35E469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1362143" y="5107055"/>
                    <a:ext cx="214560" cy="240480"/>
                  </p14:xfrm>
                </p:contentPart>
              </mc:Choice>
              <mc:Fallback>
                <p:pic>
                  <p:nvPicPr>
                    <p:cNvPr id="54" name="Ink 53">
                      <a:extLst>
                        <a:ext uri="{FF2B5EF4-FFF2-40B4-BE49-F238E27FC236}">
                          <a16:creationId xmlns:a16="http://schemas.microsoft.com/office/drawing/2014/main" id="{6DB01D1C-81D8-1B98-1200-E88B1D35E469}"/>
                        </a:ext>
                      </a:extLst>
                    </p:cNvPr>
                    <p:cNvPicPr/>
                    <p:nvPr/>
                  </p:nvPicPr>
                  <p:blipFill>
                    <a:blip r:embed="rId17"/>
                    <a:stretch>
                      <a:fillRect/>
                    </a:stretch>
                  </p:blipFill>
                  <p:spPr>
                    <a:xfrm>
                      <a:off x="11356023" y="5100935"/>
                      <a:ext cx="226800" cy="2527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18">
                  <p14:nvContentPartPr>
                    <p14:cNvPr id="55" name="Ink 54">
                      <a:extLst>
                        <a:ext uri="{FF2B5EF4-FFF2-40B4-BE49-F238E27FC236}">
                          <a16:creationId xmlns:a16="http://schemas.microsoft.com/office/drawing/2014/main" id="{11EFDBD6-240A-41E2-A86A-EC7CF98224D3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1365743" y="5244935"/>
                    <a:ext cx="73080" cy="91080"/>
                  </p14:xfrm>
                </p:contentPart>
              </mc:Choice>
              <mc:Fallback>
                <p:pic>
                  <p:nvPicPr>
                    <p:cNvPr id="55" name="Ink 54">
                      <a:extLst>
                        <a:ext uri="{FF2B5EF4-FFF2-40B4-BE49-F238E27FC236}">
                          <a16:creationId xmlns:a16="http://schemas.microsoft.com/office/drawing/2014/main" id="{11EFDBD6-240A-41E2-A86A-EC7CF98224D3}"/>
                        </a:ext>
                      </a:extLst>
                    </p:cNvPr>
                    <p:cNvPicPr/>
                    <p:nvPr/>
                  </p:nvPicPr>
                  <p:blipFill>
                    <a:blip r:embed="rId19"/>
                    <a:stretch>
                      <a:fillRect/>
                    </a:stretch>
                  </p:blipFill>
                  <p:spPr>
                    <a:xfrm>
                      <a:off x="11359623" y="5238815"/>
                      <a:ext cx="85320" cy="1033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20">
                  <p14:nvContentPartPr>
                    <p14:cNvPr id="61" name="Ink 60">
                      <a:extLst>
                        <a:ext uri="{FF2B5EF4-FFF2-40B4-BE49-F238E27FC236}">
                          <a16:creationId xmlns:a16="http://schemas.microsoft.com/office/drawing/2014/main" id="{0AC4201F-8A2E-2FD0-C800-8B232C7C88A1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1353143" y="5355455"/>
                    <a:ext cx="102960" cy="62640"/>
                  </p14:xfrm>
                </p:contentPart>
              </mc:Choice>
              <mc:Fallback>
                <p:pic>
                  <p:nvPicPr>
                    <p:cNvPr id="61" name="Ink 60">
                      <a:extLst>
                        <a:ext uri="{FF2B5EF4-FFF2-40B4-BE49-F238E27FC236}">
                          <a16:creationId xmlns:a16="http://schemas.microsoft.com/office/drawing/2014/main" id="{0AC4201F-8A2E-2FD0-C800-8B232C7C88A1}"/>
                        </a:ext>
                      </a:extLst>
                    </p:cNvPr>
                    <p:cNvPicPr/>
                    <p:nvPr/>
                  </p:nvPicPr>
                  <p:blipFill>
                    <a:blip r:embed="rId21"/>
                    <a:stretch>
                      <a:fillRect/>
                    </a:stretch>
                  </p:blipFill>
                  <p:spPr>
                    <a:xfrm>
                      <a:off x="11347023" y="5349335"/>
                      <a:ext cx="115200" cy="7488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22">
                  <p14:nvContentPartPr>
                    <p14:cNvPr id="63" name="Ink 62">
                      <a:extLst>
                        <a:ext uri="{FF2B5EF4-FFF2-40B4-BE49-F238E27FC236}">
                          <a16:creationId xmlns:a16="http://schemas.microsoft.com/office/drawing/2014/main" id="{7204D249-5F4B-A87D-339D-33C6BBDD974C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1360703" y="5276975"/>
                    <a:ext cx="31320" cy="80280"/>
                  </p14:xfrm>
                </p:contentPart>
              </mc:Choice>
              <mc:Fallback>
                <p:pic>
                  <p:nvPicPr>
                    <p:cNvPr id="63" name="Ink 62">
                      <a:extLst>
                        <a:ext uri="{FF2B5EF4-FFF2-40B4-BE49-F238E27FC236}">
                          <a16:creationId xmlns:a16="http://schemas.microsoft.com/office/drawing/2014/main" id="{7204D249-5F4B-A87D-339D-33C6BBDD974C}"/>
                        </a:ext>
                      </a:extLst>
                    </p:cNvPr>
                    <p:cNvPicPr/>
                    <p:nvPr/>
                  </p:nvPicPr>
                  <p:blipFill>
                    <a:blip r:embed="rId23"/>
                    <a:stretch>
                      <a:fillRect/>
                    </a:stretch>
                  </p:blipFill>
                  <p:spPr>
                    <a:xfrm>
                      <a:off x="11354583" y="5270855"/>
                      <a:ext cx="43560" cy="9252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469F4300-99DF-74F6-07C4-75523B524076}"/>
                  </a:ext>
                </a:extLst>
              </p:cNvPr>
              <p:cNvGrpSpPr/>
              <p:nvPr/>
            </p:nvGrpSpPr>
            <p:grpSpPr>
              <a:xfrm>
                <a:off x="11456103" y="4847705"/>
                <a:ext cx="309600" cy="174960"/>
                <a:chOff x="1828263" y="2379695"/>
                <a:chExt cx="309600" cy="174960"/>
              </a:xfrm>
            </p:grpSpPr>
            <mc:AlternateContent xmlns:mc="http://schemas.openxmlformats.org/markup-compatibility/2006">
              <mc:Choice xmlns:p14="http://schemas.microsoft.com/office/powerpoint/2010/main" Requires="p14">
                <p:contentPart p14:bwMode="auto" r:id="rId24">
                  <p14:nvContentPartPr>
                    <p14:cNvPr id="74" name="Ink 73">
                      <a:extLst>
                        <a:ext uri="{FF2B5EF4-FFF2-40B4-BE49-F238E27FC236}">
                          <a16:creationId xmlns:a16="http://schemas.microsoft.com/office/drawing/2014/main" id="{1A391D2F-EBD3-8EA8-3E6D-E9572B39270E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828263" y="2379695"/>
                    <a:ext cx="187200" cy="159840"/>
                  </p14:xfrm>
                </p:contentPart>
              </mc:Choice>
              <mc:Fallback>
                <p:pic>
                  <p:nvPicPr>
                    <p:cNvPr id="74" name="Ink 73">
                      <a:extLst>
                        <a:ext uri="{FF2B5EF4-FFF2-40B4-BE49-F238E27FC236}">
                          <a16:creationId xmlns:a16="http://schemas.microsoft.com/office/drawing/2014/main" id="{1A391D2F-EBD3-8EA8-3E6D-E9572B39270E}"/>
                        </a:ext>
                      </a:extLst>
                    </p:cNvPr>
                    <p:cNvPicPr/>
                    <p:nvPr/>
                  </p:nvPicPr>
                  <p:blipFill>
                    <a:blip r:embed="rId12"/>
                    <a:stretch>
                      <a:fillRect/>
                    </a:stretch>
                  </p:blipFill>
                  <p:spPr>
                    <a:xfrm>
                      <a:off x="1822143" y="2373575"/>
                      <a:ext cx="199440" cy="17208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>
              <mc:Choice xmlns:p14="http://schemas.microsoft.com/office/powerpoint/2010/main" Requires="p14">
                <p:contentPart p14:bwMode="auto" r:id="rId25">
                  <p14:nvContentPartPr>
                    <p14:cNvPr id="75" name="Ink 74">
                      <a:extLst>
                        <a:ext uri="{FF2B5EF4-FFF2-40B4-BE49-F238E27FC236}">
                          <a16:creationId xmlns:a16="http://schemas.microsoft.com/office/drawing/2014/main" id="{67B5C94E-2564-6C79-53BB-36857117B26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061543" y="2492375"/>
                    <a:ext cx="76320" cy="62280"/>
                  </p14:xfrm>
                </p:contentPart>
              </mc:Choice>
              <mc:Fallback>
                <p:pic>
                  <p:nvPicPr>
                    <p:cNvPr id="75" name="Ink 74">
                      <a:extLst>
                        <a:ext uri="{FF2B5EF4-FFF2-40B4-BE49-F238E27FC236}">
                          <a16:creationId xmlns:a16="http://schemas.microsoft.com/office/drawing/2014/main" id="{67B5C94E-2564-6C79-53BB-36857117B264}"/>
                        </a:ext>
                      </a:extLst>
                    </p:cNvPr>
                    <p:cNvPicPr/>
                    <p:nvPr/>
                  </p:nvPicPr>
                  <p:blipFill>
                    <a:blip r:embed="rId14"/>
                    <a:stretch>
                      <a:fillRect/>
                    </a:stretch>
                  </p:blipFill>
                  <p:spPr>
                    <a:xfrm>
                      <a:off x="2055423" y="2486255"/>
                      <a:ext cx="88560" cy="7452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>
            <mc:Choice xmlns:p14="http://schemas.microsoft.com/office/powerpoint/2010/main" Requires="p14">
              <p:contentPart p14:bwMode="auto" r:id="rId26">
                <p14:nvContentPartPr>
                  <p14:cNvPr id="76" name="Ink 75">
                    <a:extLst>
                      <a:ext uri="{FF2B5EF4-FFF2-40B4-BE49-F238E27FC236}">
                        <a16:creationId xmlns:a16="http://schemas.microsoft.com/office/drawing/2014/main" id="{0C25E255-8CEF-72D3-8365-3B32CD5556F5}"/>
                      </a:ext>
                    </a:extLst>
                  </p14:cNvPr>
                  <p14:cNvContentPartPr/>
                  <p14:nvPr/>
                </p14:nvContentPartPr>
                <p14:xfrm>
                  <a:off x="9770223" y="2501735"/>
                  <a:ext cx="203040" cy="891000"/>
                </p14:xfrm>
              </p:contentPart>
            </mc:Choice>
            <mc:Fallback>
              <p:pic>
                <p:nvPicPr>
                  <p:cNvPr id="76" name="Ink 75">
                    <a:extLst>
                      <a:ext uri="{FF2B5EF4-FFF2-40B4-BE49-F238E27FC236}">
                        <a16:creationId xmlns:a16="http://schemas.microsoft.com/office/drawing/2014/main" id="{0C25E255-8CEF-72D3-8365-3B32CD5556F5}"/>
                      </a:ext>
                    </a:extLst>
                  </p:cNvPr>
                  <p:cNvPicPr/>
                  <p:nvPr/>
                </p:nvPicPr>
                <p:blipFill>
                  <a:blip r:embed="rId27"/>
                  <a:stretch>
                    <a:fillRect/>
                  </a:stretch>
                </p:blipFill>
                <p:spPr>
                  <a:xfrm>
                    <a:off x="9764103" y="2495615"/>
                    <a:ext cx="215280" cy="903240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93EBB424-B49E-32AC-3F4B-C1D646E150A0}"/>
                  </a:ext>
                </a:extLst>
              </p:cNvPr>
              <p:cNvSpPr txBox="1"/>
              <p:nvPr/>
            </p:nvSpPr>
            <p:spPr>
              <a:xfrm>
                <a:off x="8035136" y="2181998"/>
                <a:ext cx="36081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Eric Holscher of Read The Docs fame</a:t>
                </a: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033A9A-DDD0-3070-E77F-AC270E41A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ADDEF2F-A290-A033-8DCF-FB922E5BB592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331D508-CEA8-60AC-BEF3-2F4B5387F04F}"/>
              </a:ext>
            </a:extLst>
          </p:cNvPr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360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9A60B2E-5814-3D22-9EC6-D0269A998CAC}"/>
              </a:ext>
            </a:extLst>
          </p:cNvPr>
          <p:cNvGrpSpPr/>
          <p:nvPr/>
        </p:nvGrpSpPr>
        <p:grpSpPr>
          <a:xfrm>
            <a:off x="655320" y="4608576"/>
            <a:ext cx="10881360" cy="1097280"/>
            <a:chOff x="640080" y="2560320"/>
            <a:chExt cx="10881360" cy="1097280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A56AF4D7-CCDD-027B-F526-ACE8F912C49A}"/>
                </a:ext>
              </a:extLst>
            </p:cNvPr>
            <p:cNvSpPr/>
            <p:nvPr/>
          </p:nvSpPr>
          <p:spPr>
            <a:xfrm>
              <a:off x="640080" y="2560320"/>
              <a:ext cx="1920240" cy="109728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193818DC-D4D8-C66D-F51D-3DCD5E582820}"/>
                </a:ext>
              </a:extLst>
            </p:cNvPr>
            <p:cNvSpPr/>
            <p:nvPr/>
          </p:nvSpPr>
          <p:spPr>
            <a:xfrm>
              <a:off x="640080" y="2560320"/>
              <a:ext cx="1920240" cy="109728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E3825B20-D28D-2CF1-7366-4BE8F6544D43}"/>
                </a:ext>
              </a:extLst>
            </p:cNvPr>
            <p:cNvSpPr/>
            <p:nvPr/>
          </p:nvSpPr>
          <p:spPr>
            <a:xfrm>
              <a:off x="731520" y="2788920"/>
              <a:ext cx="173736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llms.txt</a:t>
              </a:r>
              <a:endParaRPr lang="en-US" sz="1600" dirty="0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AF55D7B2-7BF5-8B39-8711-52C1A82FE9DD}"/>
                </a:ext>
              </a:extLst>
            </p:cNvPr>
            <p:cNvSpPr/>
            <p:nvPr/>
          </p:nvSpPr>
          <p:spPr>
            <a:xfrm>
              <a:off x="731520" y="3218688"/>
              <a:ext cx="17373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website discoverability</a:t>
              </a:r>
              <a:endParaRPr lang="en-US" sz="1100" dirty="0"/>
            </a:p>
          </p:txBody>
        </p:sp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7AA97DC5-8236-970E-A87D-C36C6978CA74}"/>
                </a:ext>
              </a:extLst>
            </p:cNvPr>
            <p:cNvSpPr/>
            <p:nvPr/>
          </p:nvSpPr>
          <p:spPr>
            <a:xfrm>
              <a:off x="2596896" y="3108960"/>
              <a:ext cx="246888" cy="0"/>
            </a:xfrm>
            <a:prstGeom prst="line">
              <a:avLst/>
            </a:prstGeom>
            <a:noFill/>
            <a:ln w="19050">
              <a:solidFill>
                <a:srgbClr val="0D9488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08D9E495-4B21-F449-BFBB-5AE7E74C6F3A}"/>
                </a:ext>
              </a:extLst>
            </p:cNvPr>
            <p:cNvSpPr/>
            <p:nvPr/>
          </p:nvSpPr>
          <p:spPr>
            <a:xfrm>
              <a:off x="2880360" y="2560320"/>
              <a:ext cx="1920240" cy="109728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CB339122-84E7-896B-583B-EA4A1984D5DB}"/>
                </a:ext>
              </a:extLst>
            </p:cNvPr>
            <p:cNvSpPr/>
            <p:nvPr/>
          </p:nvSpPr>
          <p:spPr>
            <a:xfrm>
              <a:off x="2880360" y="2560320"/>
              <a:ext cx="1920240" cy="109728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D98CC5AE-6BB8-6BFC-DEF8-E514B567AAFE}"/>
                </a:ext>
              </a:extLst>
            </p:cNvPr>
            <p:cNvSpPr/>
            <p:nvPr/>
          </p:nvSpPr>
          <p:spPr>
            <a:xfrm>
              <a:off x="2971800" y="2788920"/>
              <a:ext cx="173736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AGENTS.md</a:t>
              </a:r>
              <a:endParaRPr lang="en-US" sz="1600" dirty="0"/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43D11E6F-9678-78FA-870C-081EE4EF34B7}"/>
                </a:ext>
              </a:extLst>
            </p:cNvPr>
            <p:cNvSpPr/>
            <p:nvPr/>
          </p:nvSpPr>
          <p:spPr>
            <a:xfrm>
              <a:off x="2971800" y="3218688"/>
              <a:ext cx="17373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project rules</a:t>
              </a:r>
              <a:endParaRPr lang="en-US" sz="1100" dirty="0"/>
            </a:p>
          </p:txBody>
        </p:sp>
        <p:sp>
          <p:nvSpPr>
            <p:cNvPr id="13" name="Shape 11">
              <a:extLst>
                <a:ext uri="{FF2B5EF4-FFF2-40B4-BE49-F238E27FC236}">
                  <a16:creationId xmlns:a16="http://schemas.microsoft.com/office/drawing/2014/main" id="{70ABA5DD-C9C0-E291-BD43-0676AFFFA00E}"/>
                </a:ext>
              </a:extLst>
            </p:cNvPr>
            <p:cNvSpPr/>
            <p:nvPr/>
          </p:nvSpPr>
          <p:spPr>
            <a:xfrm>
              <a:off x="4837176" y="3108960"/>
              <a:ext cx="246888" cy="0"/>
            </a:xfrm>
            <a:prstGeom prst="line">
              <a:avLst/>
            </a:prstGeom>
            <a:noFill/>
            <a:ln w="19050">
              <a:solidFill>
                <a:srgbClr val="0D9488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Shape 12">
              <a:extLst>
                <a:ext uri="{FF2B5EF4-FFF2-40B4-BE49-F238E27FC236}">
                  <a16:creationId xmlns:a16="http://schemas.microsoft.com/office/drawing/2014/main" id="{5974E386-CC07-4CA6-81AB-C81F3BBF5ABC}"/>
                </a:ext>
              </a:extLst>
            </p:cNvPr>
            <p:cNvSpPr/>
            <p:nvPr/>
          </p:nvSpPr>
          <p:spPr>
            <a:xfrm>
              <a:off x="5120640" y="2560320"/>
              <a:ext cx="1920240" cy="109728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Shape 13">
              <a:extLst>
                <a:ext uri="{FF2B5EF4-FFF2-40B4-BE49-F238E27FC236}">
                  <a16:creationId xmlns:a16="http://schemas.microsoft.com/office/drawing/2014/main" id="{C8A97220-639E-678F-5EA7-A7EE16947C4D}"/>
                </a:ext>
              </a:extLst>
            </p:cNvPr>
            <p:cNvSpPr/>
            <p:nvPr/>
          </p:nvSpPr>
          <p:spPr>
            <a:xfrm>
              <a:off x="5120640" y="2560320"/>
              <a:ext cx="1920240" cy="109728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20536B47-F690-99B4-A2A1-EA740453A322}"/>
                </a:ext>
              </a:extLst>
            </p:cNvPr>
            <p:cNvSpPr/>
            <p:nvPr/>
          </p:nvSpPr>
          <p:spPr>
            <a:xfrm>
              <a:off x="5212080" y="2788920"/>
              <a:ext cx="173736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Skills</a:t>
              </a:r>
              <a:endParaRPr lang="en-US" sz="1600" dirty="0"/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48DEC9DF-98AF-7D54-DC1A-725AD6C40FBF}"/>
                </a:ext>
              </a:extLst>
            </p:cNvPr>
            <p:cNvSpPr/>
            <p:nvPr/>
          </p:nvSpPr>
          <p:spPr>
            <a:xfrm>
              <a:off x="5212080" y="3218688"/>
              <a:ext cx="17373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task expertise</a:t>
              </a:r>
              <a:endParaRPr lang="en-US" sz="1100" dirty="0"/>
            </a:p>
          </p:txBody>
        </p:sp>
        <p:sp>
          <p:nvSpPr>
            <p:cNvPr id="18" name="Shape 16">
              <a:extLst>
                <a:ext uri="{FF2B5EF4-FFF2-40B4-BE49-F238E27FC236}">
                  <a16:creationId xmlns:a16="http://schemas.microsoft.com/office/drawing/2014/main" id="{347C7B4C-03BB-2A55-CB24-F7A82AC2BFD8}"/>
                </a:ext>
              </a:extLst>
            </p:cNvPr>
            <p:cNvSpPr/>
            <p:nvPr/>
          </p:nvSpPr>
          <p:spPr>
            <a:xfrm>
              <a:off x="7077456" y="3108960"/>
              <a:ext cx="246888" cy="0"/>
            </a:xfrm>
            <a:prstGeom prst="line">
              <a:avLst/>
            </a:prstGeom>
            <a:noFill/>
            <a:ln w="19050">
              <a:solidFill>
                <a:srgbClr val="0D9488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Shape 17">
              <a:extLst>
                <a:ext uri="{FF2B5EF4-FFF2-40B4-BE49-F238E27FC236}">
                  <a16:creationId xmlns:a16="http://schemas.microsoft.com/office/drawing/2014/main" id="{209AD3B7-7EB6-0FCE-D4DA-51A90240648F}"/>
                </a:ext>
              </a:extLst>
            </p:cNvPr>
            <p:cNvSpPr/>
            <p:nvPr/>
          </p:nvSpPr>
          <p:spPr>
            <a:xfrm>
              <a:off x="7360920" y="2560320"/>
              <a:ext cx="1920240" cy="109728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Shape 18">
              <a:extLst>
                <a:ext uri="{FF2B5EF4-FFF2-40B4-BE49-F238E27FC236}">
                  <a16:creationId xmlns:a16="http://schemas.microsoft.com/office/drawing/2014/main" id="{0A4F690A-8DA6-3940-472D-AC73AD33070D}"/>
                </a:ext>
              </a:extLst>
            </p:cNvPr>
            <p:cNvSpPr/>
            <p:nvPr/>
          </p:nvSpPr>
          <p:spPr>
            <a:xfrm>
              <a:off x="7360920" y="2560320"/>
              <a:ext cx="1920240" cy="109728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19">
              <a:extLst>
                <a:ext uri="{FF2B5EF4-FFF2-40B4-BE49-F238E27FC236}">
                  <a16:creationId xmlns:a16="http://schemas.microsoft.com/office/drawing/2014/main" id="{7F03259C-8572-C021-2944-D81443C3868A}"/>
                </a:ext>
              </a:extLst>
            </p:cNvPr>
            <p:cNvSpPr/>
            <p:nvPr/>
          </p:nvSpPr>
          <p:spPr>
            <a:xfrm>
              <a:off x="7452360" y="2788920"/>
              <a:ext cx="173736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Hooks</a:t>
              </a:r>
              <a:endParaRPr lang="en-US" sz="1600" dirty="0"/>
            </a:p>
          </p:txBody>
        </p:sp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F018FC7C-B514-9656-8D11-7CFF9EA3ED10}"/>
                </a:ext>
              </a:extLst>
            </p:cNvPr>
            <p:cNvSpPr/>
            <p:nvPr/>
          </p:nvSpPr>
          <p:spPr>
            <a:xfrm>
              <a:off x="7452360" y="3218688"/>
              <a:ext cx="17373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10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“do this after”</a:t>
              </a:r>
              <a:endParaRPr lang="en-US" sz="1100" dirty="0"/>
            </a:p>
          </p:txBody>
        </p:sp>
        <p:sp>
          <p:nvSpPr>
            <p:cNvPr id="23" name="Shape 21">
              <a:extLst>
                <a:ext uri="{FF2B5EF4-FFF2-40B4-BE49-F238E27FC236}">
                  <a16:creationId xmlns:a16="http://schemas.microsoft.com/office/drawing/2014/main" id="{5DCFE2E2-B2FA-00EC-8878-94E27AE27FA6}"/>
                </a:ext>
              </a:extLst>
            </p:cNvPr>
            <p:cNvSpPr/>
            <p:nvPr/>
          </p:nvSpPr>
          <p:spPr>
            <a:xfrm>
              <a:off x="9317736" y="3108960"/>
              <a:ext cx="246888" cy="0"/>
            </a:xfrm>
            <a:prstGeom prst="line">
              <a:avLst/>
            </a:prstGeom>
            <a:noFill/>
            <a:ln w="19050">
              <a:solidFill>
                <a:srgbClr val="0D9488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Shape 22">
              <a:extLst>
                <a:ext uri="{FF2B5EF4-FFF2-40B4-BE49-F238E27FC236}">
                  <a16:creationId xmlns:a16="http://schemas.microsoft.com/office/drawing/2014/main" id="{8E9A4E9A-E523-871E-CD5E-F455D81A8CB5}"/>
                </a:ext>
              </a:extLst>
            </p:cNvPr>
            <p:cNvSpPr/>
            <p:nvPr/>
          </p:nvSpPr>
          <p:spPr>
            <a:xfrm>
              <a:off x="9601200" y="2560320"/>
              <a:ext cx="1920240" cy="109728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Shape 23">
              <a:extLst>
                <a:ext uri="{FF2B5EF4-FFF2-40B4-BE49-F238E27FC236}">
                  <a16:creationId xmlns:a16="http://schemas.microsoft.com/office/drawing/2014/main" id="{F075E151-12DE-96EE-3988-5DC038BA2CB3}"/>
                </a:ext>
              </a:extLst>
            </p:cNvPr>
            <p:cNvSpPr/>
            <p:nvPr/>
          </p:nvSpPr>
          <p:spPr>
            <a:xfrm>
              <a:off x="9601200" y="2560320"/>
              <a:ext cx="1920240" cy="109728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 24">
              <a:extLst>
                <a:ext uri="{FF2B5EF4-FFF2-40B4-BE49-F238E27FC236}">
                  <a16:creationId xmlns:a16="http://schemas.microsoft.com/office/drawing/2014/main" id="{0EBC7C28-1C02-C97E-A916-012ED16AF1B7}"/>
                </a:ext>
              </a:extLst>
            </p:cNvPr>
            <p:cNvSpPr/>
            <p:nvPr/>
          </p:nvSpPr>
          <p:spPr>
            <a:xfrm>
              <a:off x="9692640" y="2788920"/>
              <a:ext cx="173736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Syllago</a:t>
              </a:r>
              <a:endParaRPr lang="en-US" sz="1600" dirty="0"/>
            </a:p>
          </p:txBody>
        </p:sp>
        <p:sp>
          <p:nvSpPr>
            <p:cNvPr id="27" name="Text 25">
              <a:extLst>
                <a:ext uri="{FF2B5EF4-FFF2-40B4-BE49-F238E27FC236}">
                  <a16:creationId xmlns:a16="http://schemas.microsoft.com/office/drawing/2014/main" id="{2769DD64-263E-0455-DE82-E1C6110FBB07}"/>
                </a:ext>
              </a:extLst>
            </p:cNvPr>
            <p:cNvSpPr/>
            <p:nvPr/>
          </p:nvSpPr>
          <p:spPr>
            <a:xfrm>
              <a:off x="9692640" y="3218688"/>
              <a:ext cx="17373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one config, every tool</a:t>
              </a:r>
              <a:endParaRPr lang="en-US" sz="1100" dirty="0"/>
            </a:p>
          </p:txBody>
        </p:sp>
      </p:grpSp>
      <p:sp>
        <p:nvSpPr>
          <p:cNvPr id="38" name="Text 36">
            <a:extLst>
              <a:ext uri="{FF2B5EF4-FFF2-40B4-BE49-F238E27FC236}">
                <a16:creationId xmlns:a16="http://schemas.microsoft.com/office/drawing/2014/main" id="{0A2C2548-3D67-D13F-733F-288C70AC8B4D}"/>
              </a:ext>
            </a:extLst>
          </p:cNvPr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18</a:t>
            </a:r>
            <a:endParaRPr lang="en-US" sz="1000" dirty="0"/>
          </a:p>
        </p:txBody>
      </p:sp>
      <p:sp>
        <p:nvSpPr>
          <p:cNvPr id="39" name="Shape 2">
            <a:extLst>
              <a:ext uri="{FF2B5EF4-FFF2-40B4-BE49-F238E27FC236}">
                <a16:creationId xmlns:a16="http://schemas.microsoft.com/office/drawing/2014/main" id="{831F11DE-4ADA-DE1F-F1E5-AD72D0BC82F8}"/>
              </a:ext>
            </a:extLst>
          </p:cNvPr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">
            <a:extLst>
              <a:ext uri="{FF2B5EF4-FFF2-40B4-BE49-F238E27FC236}">
                <a16:creationId xmlns:a16="http://schemas.microsoft.com/office/drawing/2014/main" id="{9E550EF8-AA42-C305-AA7B-ED474344250F}"/>
              </a:ext>
            </a:extLst>
          </p:cNvPr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· A PRESENTATION MADE OF SMALLER PIECES</a:t>
            </a:r>
            <a:endParaRPr lang="en-US" sz="11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3AA31B3-DBE8-A9C0-B196-F89A1CC66CFF}"/>
              </a:ext>
            </a:extLst>
          </p:cNvPr>
          <p:cNvSpPr txBox="1"/>
          <p:nvPr/>
        </p:nvSpPr>
        <p:spPr>
          <a:xfrm>
            <a:off x="655320" y="1746165"/>
            <a:ext cx="1088136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Your Mileage May Vary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All topics are relevant to LLM usage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Below is the order I’ll present them</a:t>
            </a:r>
          </a:p>
        </p:txBody>
      </p:sp>
    </p:spTree>
    <p:extLst>
      <p:ext uri="{BB962C8B-B14F-4D97-AF65-F5344CB8AC3E}">
        <p14:creationId xmlns:p14="http://schemas.microsoft.com/office/powerpoint/2010/main" val="566648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llms.txt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MAKE YOUR DOCS LLM-READABLE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257800" cy="42062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91440" cy="4206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hit your site and find a wall of HTML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373075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78992" y="361188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Navigation, ads, and scripts </a:t>
            </a: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 some context window</a:t>
            </a:r>
            <a:endParaRPr lang="en-US" sz="1300" b="1" dirty="0"/>
          </a:p>
        </p:txBody>
      </p:sp>
      <p:sp>
        <p:nvSpPr>
          <p:cNvPr id="12" name="Shape 10"/>
          <p:cNvSpPr/>
          <p:nvPr/>
        </p:nvSpPr>
        <p:spPr>
          <a:xfrm>
            <a:off x="822960" y="423367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78992" y="411480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JavaScript-rendered content </a:t>
            </a: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not load</a:t>
            </a:r>
            <a:endParaRPr lang="en-US" sz="1300" b="1" dirty="0"/>
          </a:p>
        </p:txBody>
      </p:sp>
      <p:sp>
        <p:nvSpPr>
          <p:cNvPr id="14" name="Shape 12"/>
          <p:cNvSpPr/>
          <p:nvPr/>
        </p:nvSpPr>
        <p:spPr>
          <a:xfrm>
            <a:off x="822960" y="473659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78992" y="461772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signal about </a:t>
            </a: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most important</a:t>
            </a:r>
            <a:endParaRPr lang="en-US" sz="1300" b="1" dirty="0"/>
          </a:p>
        </p:txBody>
      </p:sp>
      <p:sp>
        <p:nvSpPr>
          <p:cNvPr id="16" name="Shape 14"/>
          <p:cNvSpPr/>
          <p:nvPr/>
        </p:nvSpPr>
        <p:spPr>
          <a:xfrm>
            <a:off x="6355080" y="1874520"/>
            <a:ext cx="5257800" cy="420624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55080" y="1874520"/>
            <a:ext cx="91440" cy="4206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29400" y="21488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29400" y="25146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curated index at /llms.txt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629400" y="373075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85432" y="361188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markdown — </a:t>
            </a: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parser needed</a:t>
            </a:r>
            <a:endParaRPr lang="en-US" sz="1300" b="1" dirty="0"/>
          </a:p>
        </p:txBody>
      </p:sp>
      <p:sp>
        <p:nvSpPr>
          <p:cNvPr id="22" name="Shape 20"/>
          <p:cNvSpPr/>
          <p:nvPr/>
        </p:nvSpPr>
        <p:spPr>
          <a:xfrm>
            <a:off x="6629400" y="423367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85432" y="411480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at the site root, </a:t>
            </a: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Google’s robots.txt</a:t>
            </a:r>
            <a:endParaRPr lang="en-US" sz="1300" b="1" dirty="0"/>
          </a:p>
        </p:txBody>
      </p:sp>
      <p:sp>
        <p:nvSpPr>
          <p:cNvPr id="24" name="Shape 22"/>
          <p:cNvSpPr/>
          <p:nvPr/>
        </p:nvSpPr>
        <p:spPr>
          <a:xfrm>
            <a:off x="6629400" y="473659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85432" y="461772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links to </a:t>
            </a: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important docs</a:t>
            </a:r>
            <a:endParaRPr lang="en-US" sz="1300" b="1" dirty="0"/>
          </a:p>
        </p:txBody>
      </p:sp>
      <p:sp>
        <p:nvSpPr>
          <p:cNvPr id="26" name="Text 24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an llms.txt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LLMS.TXT EXAMPLE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6766560" cy="4754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73152" cy="4754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852160" y="18013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/llms.txt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920240"/>
            <a:ext cx="6309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FastAPI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FastAPI is a modern, fast web framework for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building APIs with Python.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on standards like OpenAPI and JSON Schema.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Docs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[Tutorial](https://fastapi.tiangolo.com/tutorial/): start here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[API reference](https://fastapi.tiangolo.com/reference/): full surface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Examples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[Full-stack template](https://github.com/.../template)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Optional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[Advanced guide](https://fastapi.tiangolo.com/advanced/)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80960" y="2011680"/>
            <a:ext cx="164592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680960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80960" y="24688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name. The only required field.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680960" y="3383280"/>
            <a:ext cx="164592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680960" y="3383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blockquote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80960" y="38404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 or two-sentence summary.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680960" y="4754880"/>
            <a:ext cx="164592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680960" y="4754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sections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80960" y="52120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your links. "Optional" can be skipped.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18</a:t>
            </a:r>
            <a:endParaRPr lang="en-US" sz="1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CA6584E-BDB4-325C-E993-FB76270EA301}"/>
              </a:ext>
            </a:extLst>
          </p:cNvPr>
          <p:cNvSpPr txBox="1"/>
          <p:nvPr/>
        </p:nvSpPr>
        <p:spPr>
          <a:xfrm>
            <a:off x="396240" y="6488668"/>
            <a:ext cx="8353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Reference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https://llmstxt.org/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an llms.txt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LLMS.TXT PROCESS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0060" y="2286000"/>
            <a:ext cx="2560320" cy="29260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257300" y="2697480"/>
            <a:ext cx="1005840" cy="10058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57300" y="2697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71500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71500" y="4480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markdown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360420" y="2286000"/>
            <a:ext cx="2560320" cy="29260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137660" y="2697480"/>
            <a:ext cx="1005840" cy="10058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37660" y="2697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3451860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451860" y="4480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/llms.txt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40780" y="2286000"/>
            <a:ext cx="2560320" cy="29260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018020" y="2697480"/>
            <a:ext cx="1005840" cy="10058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18020" y="2697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332220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332220" y="4480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.md docs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121140" y="2286000"/>
            <a:ext cx="2560320" cy="29260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898380" y="2697480"/>
            <a:ext cx="1005840" cy="10058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898380" y="2697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9212580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212580" y="4480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/llms-full.txt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it: ask your LLM to summarize the project using just the /llms.txt URL.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 README FOR YOUR AGENT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markdown file at your repo root that tells the agent how this project works.</a:t>
            </a:r>
          </a:p>
          <a:p>
            <a:pPr marL="0" indent="0">
              <a:buNone/>
            </a:pPr>
            <a:endParaRPr lang="en-US" sz="1700" i="1" dirty="0">
              <a:solidFill>
                <a:srgbClr val="6B72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patterns include:</a:t>
            </a:r>
            <a:endParaRPr lang="en-US" sz="1700" b="1" dirty="0"/>
          </a:p>
        </p:txBody>
      </p:sp>
      <p:sp>
        <p:nvSpPr>
          <p:cNvPr id="7" name="Shape 5"/>
          <p:cNvSpPr/>
          <p:nvPr/>
        </p:nvSpPr>
        <p:spPr>
          <a:xfrm>
            <a:off x="411480" y="2651760"/>
            <a:ext cx="3657600" cy="1645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2651760"/>
            <a:ext cx="73152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2971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" y="3520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concisely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51960" y="2651760"/>
            <a:ext cx="3657600" cy="1645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51960" y="2651760"/>
            <a:ext cx="73152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26280" y="2971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test commands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26280" y="3520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valid commands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92440" y="2651760"/>
            <a:ext cx="3657600" cy="1645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092440" y="2651760"/>
            <a:ext cx="73152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66760" y="2971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style guidelines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66760" y="3520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language, formatter, and/or linting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11480" y="4480560"/>
            <a:ext cx="3657600" cy="1645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11480" y="4480560"/>
            <a:ext cx="73152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" y="4800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instructions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5800" y="5349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and how to test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251960" y="4480560"/>
            <a:ext cx="3657600" cy="1645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251960" y="4480560"/>
            <a:ext cx="73152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26280" y="4800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considerations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526280" y="5349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avoid and/or enforce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092440" y="4480560"/>
            <a:ext cx="3657600" cy="1645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092440" y="4480560"/>
            <a:ext cx="73152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366760" y="4800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366760" y="5349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things not to do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minimal AGENTS.md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AGENTS.MD EXAMPLE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7680960" cy="46634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73152" cy="4663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766560" y="18928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011680"/>
            <a:ext cx="7223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Agents Guide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Setup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Install: `pnpm install`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Dev server: `pnpm dev`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Testing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Run all tests: `pnpm test`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Run one: `pnpm test -- path/to/file`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Always run tests before opening a PR.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Code style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TypeScript strict mode is on. Don't disable it.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Prefer named exports; default exports only for pages.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Conventions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Commit format: `type(scope): subject`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Branch naming: `feature/&lt;short-name&gt;`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Don't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Don't edit files in `vendor/` or `dist/`.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Don't add new dependencies without raising it first.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0392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LIKE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503920" y="22860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hire's first day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503920" y="320040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section answers a question someone joining the project would ask.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18</a:t>
            </a:r>
            <a:endParaRPr lang="en-US" sz="1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A687AA-88ED-5032-8216-20CE3D95EA9D}"/>
              </a:ext>
            </a:extLst>
          </p:cNvPr>
          <p:cNvSpPr txBox="1"/>
          <p:nvPr/>
        </p:nvSpPr>
        <p:spPr>
          <a:xfrm>
            <a:off x="396240" y="6488668"/>
            <a:ext cx="8353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Reference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https://agents.md/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one your agent will actually follow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AGENTS.MD ADVICE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303520" cy="18745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73152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920240" y="2103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920240" y="260604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beat goals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828800"/>
            <a:ext cx="5303520" cy="18745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73152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83680" y="20574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7680960" y="2103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the boring stuff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80960" y="260604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names, commit format, what not to touch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5303520" cy="18745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4069080"/>
            <a:ext cx="73152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42976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1920240" y="4343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it as living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920240" y="484632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when conventions change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0" y="4069080"/>
            <a:ext cx="5303520" cy="18745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309360" y="4069080"/>
            <a:ext cx="73152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83680" y="42976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7680960" y="4343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short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680960" y="484632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screen, not five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REUSABLE AGENT CAPABILITIES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folder of instructions and examples the agent loads on demand — task-scoped expertise, not always-on rules.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63040" y="2743200"/>
            <a:ext cx="9235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VS RULES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3154680"/>
          <a:ext cx="9235440" cy="2880360"/>
        </p:xfrm>
        <a:graphic>
          <a:graphicData uri="http://schemas.openxmlformats.org/drawingml/2006/table">
            <a:tbl>
              <a:tblPr/>
              <a:tblGrid>
                <a:gridCol w="2308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3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63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(AGENTS.md)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Project-wide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Task-scoped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loaded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Triggered by task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.md file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Folder + SKILL.md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Specialized capabilities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Skill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SKILLS EXAMPLE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LAYOUT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938424" cy="1965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73152" cy="1965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577840" y="230428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423160"/>
            <a:ext cx="60781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skill-name/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SKILL.md     # Required: metadata + instructions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scripts/     # Optional: executable code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references/  # Optional: documentation</a:t>
            </a:r>
          </a:p>
          <a:p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assets/      # Optional: templates, resources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...          # Any additional files or directories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5720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folder “skill-name” is the skill. SKILL.md is the entry point.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568126" y="1783080"/>
            <a:ext cx="41361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SKILL.MD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00986" y="2194560"/>
            <a:ext cx="4503334" cy="4023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200986" y="2194560"/>
            <a:ext cx="73152" cy="4023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241280" y="23042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568126" y="2423160"/>
            <a:ext cx="395331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fill-pdf-forms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Use when the user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wants to fill in a PDF form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using existing field values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 a CSV input.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Fill PDF Forms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When to use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User uploads a PDF form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User provides field values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How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Inspect fields: `fill_form.py inspect`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Fill with provided values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Save to outputs/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61C49C-548A-688F-8FA1-D2DF11AD783B}"/>
              </a:ext>
            </a:extLst>
          </p:cNvPr>
          <p:cNvSpPr txBox="1"/>
          <p:nvPr/>
        </p:nvSpPr>
        <p:spPr>
          <a:xfrm>
            <a:off x="396240" y="6488668"/>
            <a:ext cx="8353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Reference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https://agentskills.io/specification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Skill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SKILLS ADVICE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99339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narrow capability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2359152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fine-grained than a category.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309067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description as a trigger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3456432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"Use when…"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418795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do / don't examples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88720" y="4553712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shape, don't just describe it.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30352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528523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88720" y="5650992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the agent a real task.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0" y="2011680"/>
            <a:ext cx="4389120" cy="42062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15200" y="2011680"/>
            <a:ext cx="438912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58952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589520" y="26060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Do This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589520" y="33832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"general-utilities" — description: "Use for various helpful tasks."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589520" y="49377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broad to trigger reliably. Split into more fine-grained skills.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LIFECYCLE EVENTS FOR AGENTS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that runs at specific points in an agent session — the wiring around the engine.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51460" y="2743200"/>
            <a:ext cx="2148840" cy="29260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1460" y="2743200"/>
            <a:ext cx="214884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4340" y="320040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before run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34340" y="44805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dangerous commands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628900" y="2743200"/>
            <a:ext cx="2148840" cy="29260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628900" y="2743200"/>
            <a:ext cx="214884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811780" y="320040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811780" y="44805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invocation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06340" y="2743200"/>
            <a:ext cx="2148840" cy="29260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06340" y="2743200"/>
            <a:ext cx="214884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89220" y="320040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context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189220" y="44805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info on each prompt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83780" y="2743200"/>
            <a:ext cx="2148840" cy="29260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383780" y="2743200"/>
            <a:ext cx="214884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566660" y="320040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Auto-format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566660" y="44805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after every edit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761220" y="2743200"/>
            <a:ext cx="2148840" cy="29260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761220" y="2743200"/>
            <a:ext cx="214884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944100" y="320040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944100" y="44805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Slack on long tasks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hooks fire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HOOKS (EXAMPLE DEFINITIONS)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1600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1600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WHEN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0" y="2011680"/>
            <a:ext cx="4114800" cy="5669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371600" y="2011680"/>
            <a:ext cx="91440" cy="566928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600200" y="201168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UserPromptSubmit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0" y="201168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just sent a message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371600" y="2670048"/>
            <a:ext cx="4114800" cy="5669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371600" y="2670048"/>
            <a:ext cx="91440" cy="566928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600200" y="267004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PreToolUse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943600" y="2670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is about to call a tool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371600" y="3328416"/>
            <a:ext cx="4114800" cy="5669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371600" y="3328416"/>
            <a:ext cx="91440" cy="566928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600200" y="332841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PostToolUse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43600" y="3328416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just returned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371600" y="3986784"/>
            <a:ext cx="4114800" cy="5669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371600" y="3986784"/>
            <a:ext cx="91440" cy="566928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600200" y="398678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943600" y="3986784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notification fires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371600" y="4645152"/>
            <a:ext cx="4114800" cy="5669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371600" y="4645152"/>
            <a:ext cx="91440" cy="566928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600200" y="464515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943600" y="4645152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finished its turn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371600" y="5303520"/>
            <a:ext cx="4114800" cy="5669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371600" y="5303520"/>
            <a:ext cx="91440" cy="566928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600200" y="530352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PreCompact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943600" y="530352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 about to be compacted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7B2A5EC-C936-B606-9C35-FF7D4F98CE37}"/>
              </a:ext>
            </a:extLst>
          </p:cNvPr>
          <p:cNvSpPr txBox="1"/>
          <p:nvPr/>
        </p:nvSpPr>
        <p:spPr>
          <a:xfrm>
            <a:off x="396240" y="6488668"/>
            <a:ext cx="8353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Reference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https://code.claude.com/docs/en/hooks-guide#how-hooks-work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Registering a hook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HOOK EXAMPLE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39" y="1783080"/>
            <a:ext cx="7991511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39" y="1783080"/>
            <a:ext cx="101791" cy="3886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7555" y="1892808"/>
            <a:ext cx="27000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 err="1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/settings.json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59" y="2011680"/>
            <a:ext cx="7544663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"hooks":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"PreToolUse": [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"matcher": "Bash",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"hooks": [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"type": "command",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"command": </a:t>
            </a:r>
            <a:r>
              <a:rPr lang="en-US" sz="13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jq</a:t>
            </a: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-r '.</a:t>
            </a:r>
            <a:r>
              <a:rPr lang="en-US" sz="13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tool_input.command</a:t>
            </a: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&gt;&gt; ~/.</a:t>
            </a:r>
            <a:r>
              <a:rPr lang="en-US" sz="13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/command-log.txt"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53644" y="1783080"/>
            <a:ext cx="24153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FOUR-STEP WORKFLOW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953644" y="219456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953644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502284" y="2194560"/>
            <a:ext cx="18667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script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502284" y="2514600"/>
            <a:ext cx="1866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executable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53644" y="320040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953644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502284" y="3200400"/>
            <a:ext cx="18667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executable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502284" y="3520440"/>
            <a:ext cx="1866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chmod +x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53644" y="420624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953644" y="4206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502284" y="4206240"/>
            <a:ext cx="18667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in settings.json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502284" y="4526280"/>
            <a:ext cx="1866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by tool name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953644" y="521208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953644" y="5212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502284" y="5212080"/>
            <a:ext cx="18667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the agent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502284" y="5532120"/>
            <a:ext cx="1866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load at start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E6523CB-7ACE-EAB9-25EA-C4B0B8C7AFEA}"/>
              </a:ext>
            </a:extLst>
          </p:cNvPr>
          <p:cNvSpPr txBox="1"/>
          <p:nvPr/>
        </p:nvSpPr>
        <p:spPr>
          <a:xfrm>
            <a:off x="396240" y="6211669"/>
            <a:ext cx="83538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Log every Bash command</a:t>
            </a:r>
            <a:r>
              <a:rPr lang="en-US" dirty="0"/>
              <a:t> from</a:t>
            </a:r>
          </a:p>
          <a:p>
            <a:r>
              <a:rPr lang="en-US" b="1" dirty="0"/>
              <a:t>Reference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https://code.claude.com/docs/en/hooks-guide#filter-hooks-with-matchers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Syllago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ONE CONFIG, EVERY TOOL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257800" cy="43891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91440" cy="43891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speaks its own format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3611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Code skill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7180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3280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 rule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114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 rule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7180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3280" y="4114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Windsurf rule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4617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Windsurf rule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71800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83280" y="4617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Kiro steering file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534924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the same rule in five places? No thanks.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55080" y="1874520"/>
            <a:ext cx="5257800" cy="438912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355080" y="1874520"/>
            <a:ext cx="91440" cy="4389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629400" y="21488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29400" y="25146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once, deploy everywhere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629400" y="373075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85432" y="361188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rules, skills, and hooks once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29400" y="427939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85432" y="416052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Syllago translates to each provider's format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629400" y="482803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885432" y="470916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registries publish standards via git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629400" y="537667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885432" y="525780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Loadouts bundle configs as apply-as-a-unit kits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common </a:t>
            </a:r>
            <a:r>
              <a:rPr lang="en-US" sz="3600" b="1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Syllago</a:t>
            </a: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patterns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SYLLAGO COMMANDS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4864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828800" y="2057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2651760"/>
            <a:ext cx="493776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22960" y="2651760"/>
            <a:ext cx="54864" cy="502920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0120" y="26517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syllago init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2918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Syllago into your project.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1783080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00800" y="1783080"/>
            <a:ext cx="54864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75120" y="2011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680960" y="2057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existing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675120" y="2651760"/>
            <a:ext cx="493776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675120" y="2651760"/>
            <a:ext cx="54864" cy="502920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12280" y="26517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syllago add rules --from claude-code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75120" y="32918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what you already have.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251960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8640" y="4251960"/>
            <a:ext cx="54864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22960" y="4480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828800" y="4526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Cross-install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22960" y="5120640"/>
            <a:ext cx="493776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22960" y="5120640"/>
            <a:ext cx="54864" cy="502920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60120" y="51206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syllago install my-rule --to cursor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" y="57607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conversion runs automatically.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0" y="4251960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400800" y="4251960"/>
            <a:ext cx="54864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675120" y="4480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7680960" y="4526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team standards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675120" y="5120640"/>
            <a:ext cx="493776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675120" y="5120640"/>
            <a:ext cx="54864" cy="502920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812280" y="51206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syllago registry sync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675120" y="57607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truth, via git.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1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0108CC5-B83F-6D72-7E9B-BD0365CC7AFC}"/>
              </a:ext>
            </a:extLst>
          </p:cNvPr>
          <p:cNvSpPr txBox="1"/>
          <p:nvPr/>
        </p:nvSpPr>
        <p:spPr>
          <a:xfrm>
            <a:off x="396240" y="6488668"/>
            <a:ext cx="8353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Reference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https://syllago.dev/getting-started/quick-start/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TALKED ABOUT TODAY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280160" y="1920240"/>
            <a:ext cx="347472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0" y="1920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llms.txt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1874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llms.txt</a:t>
            </a: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Markdown at your site root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58775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280160" y="2633472"/>
            <a:ext cx="347472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71600" y="26334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0" y="258775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Rules</a:t>
            </a: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Markdown at your repo root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300984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33009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280160" y="3346704"/>
            <a:ext cx="347472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371600" y="334670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0" y="3300984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Markdown with YAML front-matter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4014216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40142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1280160" y="4059936"/>
            <a:ext cx="347472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371600" y="405993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settings.json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29200" y="4014216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Claude settings JSON config file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48640" y="4727448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4727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1280160" y="4773168"/>
            <a:ext cx="347472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371600" y="47731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Syllago configs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029200" y="472744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Syllago</a:t>
            </a: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Git-backed, registry-published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b77578-9773-42d5-8507-251ca2dc2b06}" enabled="0" method="" siteId="{14b77578-9773-42d5-8507-251ca2dc2b0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1288</TotalTime>
  <Words>1592</Words>
  <Application>Microsoft Office PowerPoint</Application>
  <PresentationFormat>Widescreen</PresentationFormat>
  <Paragraphs>374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Configuring AI Coding Agents</dc:title>
  <dc:subject>PptxGenJS Presentation</dc:subject>
  <dc:creator>—</dc:creator>
  <cp:lastModifiedBy>Eric Earl (NIH/NIMH) [C]</cp:lastModifiedBy>
  <cp:revision>1</cp:revision>
  <dcterms:created xsi:type="dcterms:W3CDTF">2026-05-12T16:56:23Z</dcterms:created>
  <dcterms:modified xsi:type="dcterms:W3CDTF">2026-05-18T11:43:24Z</dcterms:modified>
</cp:coreProperties>
</file>